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0" d="100"/>
          <a:sy n="70" d="100"/>
        </p:scale>
        <p:origin x="73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9FC17B-D35C-48CA-92F9-3CC2254DFD12}" type="datetimeFigureOut">
              <a:rPr lang="en-PK" smtClean="0"/>
              <a:t>08/10/2025</a:t>
            </a:fld>
            <a:endParaRPr lang="en-P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29FCB1-5463-496E-ADF4-D28862F70E1A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541895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D07B7-0B4F-4373-9693-A87C5F48EA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413CE2-D081-41DB-999E-F47AA63B96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15496F-0A8C-42BA-BC57-FB779259C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932D60-5735-42DA-8CDA-66B947856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E6CDC-F5EC-4C40-80B5-F23097C92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3223397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07701-357E-467F-BB4A-E48CBA838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53F1-9A2A-473E-BE34-037825D2B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1C2CD1-C672-4F91-9CBB-0E9BA95A3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1AF4D-D393-45CC-83AD-E8F0B4C0C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ED201-DEC0-44AB-8FC8-517052EDB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1919326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91786-2CFC-43B0-9374-77CE9F144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C208A8-C523-45DB-88FF-FAA29327F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6B582-F96A-4F3B-B016-13FFA0259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BF134-921A-491B-B607-A8D2F9433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2F61C4-9598-449A-A889-FD5136189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850524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0F137-44FC-450C-BBF9-C60EAF645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CBF52-8D31-4A5A-8A02-5D930B8B76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C38F52-1F61-48F4-95AE-AB3AE168ED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8BF0B-890E-4477-8B88-FAF050360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EB9CAD-1258-45D3-9F68-C6DEC08E3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471318-2B86-4832-9BC0-E98B05762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59995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24EEC-CE98-427A-B126-0C028E5F1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3F1B46-59FA-49A8-B752-45085717CC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47703-DA77-4CAA-8A06-861305CF8F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DD0D0E-AE5D-45D0-BB3F-CCE2EB34F2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9878E8-9021-4BE1-A98A-B6BD2BBB64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1530FB-3622-4D4E-A732-5AEC7C25E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A3675B-913A-4B3D-B395-ED9C428AE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A81898-60AD-4C0F-A5E8-24EB579EC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045889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2E6A9-28D4-4765-8A6D-057AB0457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F5F29B-714A-4DE3-ACA1-9C4183E94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D315EE-A6C2-4BB8-89CA-BD3E20419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391D0C-DEF3-4BFE-A76A-7ACF6779E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829681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5A8343-6F72-4E99-9A24-9BB432DB0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488E9A-DC11-4488-9EDA-1E99BC3C3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873C2-D36D-49D6-AECE-4FAE6AFAA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3521038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E7F5B-0B87-4640-961A-A683314FB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33C55-2191-4001-8529-C54521668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CBC60D-2BFB-4653-9B97-1F4E38F5B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0A89C9-0E7C-4677-8835-D1A9C7BCC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B39309-107E-4E29-98A3-3AA6D15FE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356B3B-D85C-42E4-A830-BADA45048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2694133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B191B-A17C-4510-88AC-EB6A0D85D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8FD0AD-DDBB-40D1-943D-C41AB00F6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7F14C0-49E6-4207-9A26-D52E341691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5CE2F-D763-4760-A6C3-3FD19CD39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84D101-DBA0-4CB4-900D-36EAA0713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3A6EDB-39F1-47AA-9BB1-86A913335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27219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1B726-EA91-46B5-8787-F6DE970D9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448382-DF67-4053-8C13-9C14DE8244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781AC-FCF6-42AA-B0CC-C3B229E21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9D816-E5C7-4380-A0B1-4F3FDCE6C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771FF5-07E3-4604-94E3-B67440D62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9640656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C1BE52-270B-4BE0-B172-80D89C01C9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147FCA-7869-4AFF-86C6-1A2B1BD38E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F90FA1-7CAB-4DE1-A519-A5C9D7C1A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EC7DF-916F-42BC-92C9-93478D5B9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449975-FD16-4C1A-89A5-0231FC702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7931489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136AEB-1AAF-491A-8A1C-22F0C8E50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69475-0855-40C2-B480-80CA9F62C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B4D8B5-4F74-484C-89E8-4384D18A98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PK"/>
              <a:t>26/09/2025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28033-70F1-49AE-81F4-EDECBA01CF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FINAL PROJECT</a:t>
            </a:r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4892A-E6BB-430F-8F36-5FC1AEBAC9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5DF732-4693-425C-913D-3C08618860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65233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13" Type="http://schemas.openxmlformats.org/officeDocument/2006/relationships/image" Target="../media/image25.png"/><Relationship Id="rId18" Type="http://schemas.openxmlformats.org/officeDocument/2006/relationships/image" Target="../media/image33.png"/><Relationship Id="rId26" Type="http://schemas.openxmlformats.org/officeDocument/2006/relationships/image" Target="../media/image13.png"/><Relationship Id="rId3" Type="http://schemas.openxmlformats.org/officeDocument/2006/relationships/image" Target="../media/image27.png"/><Relationship Id="rId21" Type="http://schemas.openxmlformats.org/officeDocument/2006/relationships/image" Target="../media/image8.svg"/><Relationship Id="rId7" Type="http://schemas.openxmlformats.org/officeDocument/2006/relationships/image" Target="../media/image29.png"/><Relationship Id="rId12" Type="http://schemas.openxmlformats.org/officeDocument/2006/relationships/image" Target="../media/image24.svg"/><Relationship Id="rId17" Type="http://schemas.openxmlformats.org/officeDocument/2006/relationships/image" Target="../media/image32.svg"/><Relationship Id="rId25" Type="http://schemas.openxmlformats.org/officeDocument/2006/relationships/image" Target="../media/image12.svg"/><Relationship Id="rId2" Type="http://schemas.openxmlformats.org/officeDocument/2006/relationships/image" Target="../media/image1.png"/><Relationship Id="rId16" Type="http://schemas.openxmlformats.org/officeDocument/2006/relationships/image" Target="../media/image31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24" Type="http://schemas.openxmlformats.org/officeDocument/2006/relationships/image" Target="../media/image11.png"/><Relationship Id="rId5" Type="http://schemas.openxmlformats.org/officeDocument/2006/relationships/image" Target="../media/image17.png"/><Relationship Id="rId15" Type="http://schemas.openxmlformats.org/officeDocument/2006/relationships/image" Target="../media/image2.png"/><Relationship Id="rId23" Type="http://schemas.openxmlformats.org/officeDocument/2006/relationships/image" Target="../media/image10.svg"/><Relationship Id="rId10" Type="http://schemas.openxmlformats.org/officeDocument/2006/relationships/image" Target="../media/image22.svg"/><Relationship Id="rId19" Type="http://schemas.openxmlformats.org/officeDocument/2006/relationships/image" Target="../media/image34.svg"/><Relationship Id="rId4" Type="http://schemas.openxmlformats.org/officeDocument/2006/relationships/image" Target="../media/image28.svg"/><Relationship Id="rId9" Type="http://schemas.openxmlformats.org/officeDocument/2006/relationships/image" Target="../media/image21.png"/><Relationship Id="rId14" Type="http://schemas.openxmlformats.org/officeDocument/2006/relationships/image" Target="../media/image26.svg"/><Relationship Id="rId22" Type="http://schemas.openxmlformats.org/officeDocument/2006/relationships/image" Target="../media/image9.png"/><Relationship Id="rId27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png"/><Relationship Id="rId18" Type="http://schemas.openxmlformats.org/officeDocument/2006/relationships/image" Target="../media/image5.png"/><Relationship Id="rId26" Type="http://schemas.openxmlformats.org/officeDocument/2006/relationships/image" Target="../media/image13.png"/><Relationship Id="rId3" Type="http://schemas.openxmlformats.org/officeDocument/2006/relationships/image" Target="../media/image27.png"/><Relationship Id="rId21" Type="http://schemas.openxmlformats.org/officeDocument/2006/relationships/image" Target="../media/image38.sv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17" Type="http://schemas.openxmlformats.org/officeDocument/2006/relationships/image" Target="../media/image32.svg"/><Relationship Id="rId25" Type="http://schemas.openxmlformats.org/officeDocument/2006/relationships/image" Target="../media/image12.svg"/><Relationship Id="rId2" Type="http://schemas.openxmlformats.org/officeDocument/2006/relationships/image" Target="../media/image1.png"/><Relationship Id="rId16" Type="http://schemas.openxmlformats.org/officeDocument/2006/relationships/image" Target="../media/image31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svg"/><Relationship Id="rId11" Type="http://schemas.openxmlformats.org/officeDocument/2006/relationships/image" Target="../media/image23.png"/><Relationship Id="rId24" Type="http://schemas.openxmlformats.org/officeDocument/2006/relationships/image" Target="../media/image11.png"/><Relationship Id="rId5" Type="http://schemas.openxmlformats.org/officeDocument/2006/relationships/image" Target="../media/image35.png"/><Relationship Id="rId15" Type="http://schemas.openxmlformats.org/officeDocument/2006/relationships/image" Target="../media/image2.png"/><Relationship Id="rId23" Type="http://schemas.openxmlformats.org/officeDocument/2006/relationships/image" Target="../media/image10.svg"/><Relationship Id="rId10" Type="http://schemas.openxmlformats.org/officeDocument/2006/relationships/image" Target="../media/image22.svg"/><Relationship Id="rId19" Type="http://schemas.openxmlformats.org/officeDocument/2006/relationships/image" Target="../media/image6.svg"/><Relationship Id="rId4" Type="http://schemas.openxmlformats.org/officeDocument/2006/relationships/image" Target="../media/image28.svg"/><Relationship Id="rId9" Type="http://schemas.openxmlformats.org/officeDocument/2006/relationships/image" Target="../media/image21.png"/><Relationship Id="rId14" Type="http://schemas.openxmlformats.org/officeDocument/2006/relationships/image" Target="../media/image26.svg"/><Relationship Id="rId22" Type="http://schemas.openxmlformats.org/officeDocument/2006/relationships/image" Target="../media/image9.png"/><Relationship Id="rId27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png"/><Relationship Id="rId18" Type="http://schemas.openxmlformats.org/officeDocument/2006/relationships/image" Target="../media/image5.png"/><Relationship Id="rId26" Type="http://schemas.openxmlformats.org/officeDocument/2006/relationships/image" Target="../media/image13.png"/><Relationship Id="rId3" Type="http://schemas.openxmlformats.org/officeDocument/2006/relationships/image" Target="../media/image27.png"/><Relationship Id="rId21" Type="http://schemas.openxmlformats.org/officeDocument/2006/relationships/image" Target="../media/image8.sv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17" Type="http://schemas.openxmlformats.org/officeDocument/2006/relationships/image" Target="../media/image32.svg"/><Relationship Id="rId25" Type="http://schemas.openxmlformats.org/officeDocument/2006/relationships/image" Target="../media/image12.svg"/><Relationship Id="rId2" Type="http://schemas.openxmlformats.org/officeDocument/2006/relationships/image" Target="../media/image1.png"/><Relationship Id="rId16" Type="http://schemas.openxmlformats.org/officeDocument/2006/relationships/image" Target="../media/image31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24" Type="http://schemas.openxmlformats.org/officeDocument/2006/relationships/image" Target="../media/image11.png"/><Relationship Id="rId5" Type="http://schemas.openxmlformats.org/officeDocument/2006/relationships/image" Target="../media/image17.png"/><Relationship Id="rId15" Type="http://schemas.openxmlformats.org/officeDocument/2006/relationships/image" Target="../media/image2.png"/><Relationship Id="rId23" Type="http://schemas.openxmlformats.org/officeDocument/2006/relationships/image" Target="../media/image42.svg"/><Relationship Id="rId10" Type="http://schemas.openxmlformats.org/officeDocument/2006/relationships/image" Target="../media/image40.svg"/><Relationship Id="rId19" Type="http://schemas.openxmlformats.org/officeDocument/2006/relationships/image" Target="../media/image6.svg"/><Relationship Id="rId4" Type="http://schemas.openxmlformats.org/officeDocument/2006/relationships/image" Target="../media/image28.svg"/><Relationship Id="rId9" Type="http://schemas.openxmlformats.org/officeDocument/2006/relationships/image" Target="../media/image39.png"/><Relationship Id="rId14" Type="http://schemas.openxmlformats.org/officeDocument/2006/relationships/image" Target="../media/image26.svg"/><Relationship Id="rId22" Type="http://schemas.openxmlformats.org/officeDocument/2006/relationships/image" Target="../media/image41.png"/><Relationship Id="rId27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44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43.png"/><Relationship Id="rId17" Type="http://schemas.openxmlformats.org/officeDocument/2006/relationships/image" Target="../media/image28.svg"/><Relationship Id="rId25" Type="http://schemas.openxmlformats.org/officeDocument/2006/relationships/image" Target="../media/image46.svg"/><Relationship Id="rId2" Type="http://schemas.openxmlformats.org/officeDocument/2006/relationships/image" Target="../media/image1.png"/><Relationship Id="rId16" Type="http://schemas.openxmlformats.org/officeDocument/2006/relationships/image" Target="../media/image27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45.png"/><Relationship Id="rId5" Type="http://schemas.openxmlformats.org/officeDocument/2006/relationships/image" Target="../media/image32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1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47.png"/><Relationship Id="rId18" Type="http://schemas.openxmlformats.org/officeDocument/2006/relationships/image" Target="../media/image5.png"/><Relationship Id="rId26" Type="http://schemas.openxmlformats.org/officeDocument/2006/relationships/image" Target="../media/image49.png"/><Relationship Id="rId3" Type="http://schemas.openxmlformats.org/officeDocument/2006/relationships/image" Target="../media/image27.png"/><Relationship Id="rId21" Type="http://schemas.openxmlformats.org/officeDocument/2006/relationships/image" Target="../media/image8.sv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17" Type="http://schemas.openxmlformats.org/officeDocument/2006/relationships/image" Target="../media/image32.svg"/><Relationship Id="rId25" Type="http://schemas.openxmlformats.org/officeDocument/2006/relationships/image" Target="../media/image12.svg"/><Relationship Id="rId2" Type="http://schemas.openxmlformats.org/officeDocument/2006/relationships/image" Target="../media/image1.png"/><Relationship Id="rId16" Type="http://schemas.openxmlformats.org/officeDocument/2006/relationships/image" Target="../media/image31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24" Type="http://schemas.openxmlformats.org/officeDocument/2006/relationships/image" Target="../media/image11.png"/><Relationship Id="rId5" Type="http://schemas.openxmlformats.org/officeDocument/2006/relationships/image" Target="../media/image17.png"/><Relationship Id="rId15" Type="http://schemas.openxmlformats.org/officeDocument/2006/relationships/image" Target="../media/image2.png"/><Relationship Id="rId23" Type="http://schemas.openxmlformats.org/officeDocument/2006/relationships/image" Target="../media/image10.svg"/><Relationship Id="rId10" Type="http://schemas.openxmlformats.org/officeDocument/2006/relationships/image" Target="../media/image22.svg"/><Relationship Id="rId19" Type="http://schemas.openxmlformats.org/officeDocument/2006/relationships/image" Target="../media/image6.svg"/><Relationship Id="rId4" Type="http://schemas.openxmlformats.org/officeDocument/2006/relationships/image" Target="../media/image28.svg"/><Relationship Id="rId9" Type="http://schemas.openxmlformats.org/officeDocument/2006/relationships/image" Target="../media/image21.png"/><Relationship Id="rId14" Type="http://schemas.openxmlformats.org/officeDocument/2006/relationships/image" Target="../media/image48.svg"/><Relationship Id="rId22" Type="http://schemas.openxmlformats.org/officeDocument/2006/relationships/image" Target="../media/image9.png"/><Relationship Id="rId27" Type="http://schemas.openxmlformats.org/officeDocument/2006/relationships/image" Target="../media/image5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46">
            <a:extLst>
              <a:ext uri="{FF2B5EF4-FFF2-40B4-BE49-F238E27FC236}">
                <a16:creationId xmlns:a16="http://schemas.microsoft.com/office/drawing/2014/main" id="{2F376060-27BC-401A-9A25-0B6AF5E08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4175" y="594518"/>
            <a:ext cx="6343650" cy="2852737"/>
          </a:xfrm>
          <a:noFill/>
          <a:ln>
            <a:noFill/>
          </a:ln>
        </p:spPr>
        <p:txBody>
          <a:bodyPr>
            <a:normAutofit/>
          </a:bodyPr>
          <a:lstStyle/>
          <a:p>
            <a:r>
              <a:rPr lang="en-US" sz="9000" b="1" spc="50" dirty="0">
                <a:ln w="9525" cmpd="sng">
                  <a:solidFill>
                    <a:schemeClr val="accent6">
                      <a:lumMod val="50000"/>
                    </a:schemeClr>
                  </a:solidFill>
                  <a:prstDash val="solid"/>
                </a:ln>
                <a:solidFill>
                  <a:schemeClr val="accent6">
                    <a:lumMod val="50000"/>
                  </a:schemeClr>
                </a:solidFill>
                <a:effectLst>
                  <a:glow rad="228600">
                    <a:schemeClr val="accent6">
                      <a:lumMod val="75000"/>
                      <a:alpha val="40000"/>
                    </a:schemeClr>
                  </a:glow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ABOUT ME..</a:t>
            </a:r>
            <a:endParaRPr lang="en-PK" sz="9000" b="1" spc="50" dirty="0">
              <a:ln w="9525" cmpd="sng">
                <a:solidFill>
                  <a:schemeClr val="accent6">
                    <a:lumMod val="50000"/>
                  </a:schemeClr>
                </a:solidFill>
                <a:prstDash val="solid"/>
              </a:ln>
              <a:solidFill>
                <a:schemeClr val="accent6">
                  <a:lumMod val="50000"/>
                </a:schemeClr>
              </a:solidFill>
              <a:effectLst>
                <a:glow rad="228600">
                  <a:schemeClr val="accent6">
                    <a:lumMod val="75000"/>
                    <a:alpha val="40000"/>
                  </a:schemeClr>
                </a:glow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D7752997-F05F-4E1E-A050-0E25F7791C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00300" y="3431380"/>
            <a:ext cx="7391400" cy="1500187"/>
          </a:xfrm>
        </p:spPr>
        <p:txBody>
          <a:bodyPr>
            <a:noAutofit/>
          </a:bodyPr>
          <a:lstStyle/>
          <a:p>
            <a:r>
              <a:rPr lang="en-US" sz="6000" b="1" dirty="0">
                <a:solidFill>
                  <a:schemeClr val="accent6">
                    <a:lumMod val="50000"/>
                  </a:schemeClr>
                </a:solidFill>
                <a:effectLst>
                  <a:glow rad="228600">
                    <a:schemeClr val="accent6">
                      <a:lumMod val="75000"/>
                      <a:alpha val="40000"/>
                    </a:schemeClr>
                  </a:glow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a:rPr>
              <a:t>A SELF PRESENTATION</a:t>
            </a:r>
            <a:endParaRPr lang="en-PK" sz="6000" b="1" dirty="0">
              <a:solidFill>
                <a:schemeClr val="accent6">
                  <a:lumMod val="50000"/>
                </a:schemeClr>
              </a:solidFill>
              <a:effectLst>
                <a:glow rad="228600">
                  <a:schemeClr val="accent6">
                    <a:lumMod val="75000"/>
                    <a:alpha val="40000"/>
                  </a:schemeClr>
                </a:glow>
                <a:innerShdw blurRad="63500" dist="50800" dir="13500000">
                  <a:prstClr val="black">
                    <a:alpha val="50000"/>
                  </a:prstClr>
                </a:innerShdw>
              </a:effectLst>
            </a:endParaRPr>
          </a:p>
        </p:txBody>
      </p:sp>
      <p:sp>
        <p:nvSpPr>
          <p:cNvPr id="50" name="Date Placeholder 49">
            <a:extLst>
              <a:ext uri="{FF2B5EF4-FFF2-40B4-BE49-F238E27FC236}">
                <a16:creationId xmlns:a16="http://schemas.microsoft.com/office/drawing/2014/main" id="{7E65F3A8-79E4-47E5-AD4E-1525EB7A4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51" name="Footer Placeholder 50">
            <a:extLst>
              <a:ext uri="{FF2B5EF4-FFF2-40B4-BE49-F238E27FC236}">
                <a16:creationId xmlns:a16="http://schemas.microsoft.com/office/drawing/2014/main" id="{C7FBA407-E869-4D2E-9720-8B24089DD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52" name="Slide Number Placeholder 51">
            <a:extLst>
              <a:ext uri="{FF2B5EF4-FFF2-40B4-BE49-F238E27FC236}">
                <a16:creationId xmlns:a16="http://schemas.microsoft.com/office/drawing/2014/main" id="{0850EB47-EEBA-4541-BF8F-FF354327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1</a:t>
            </a:fld>
            <a:endParaRPr lang="en-PK"/>
          </a:p>
        </p:txBody>
      </p:sp>
      <p:sp>
        <p:nvSpPr>
          <p:cNvPr id="3" name="Right Triangle 2">
            <a:extLst>
              <a:ext uri="{FF2B5EF4-FFF2-40B4-BE49-F238E27FC236}">
                <a16:creationId xmlns:a16="http://schemas.microsoft.com/office/drawing/2014/main" id="{1C9FAD9A-C789-4C58-8085-845BAB5C88E7}"/>
              </a:ext>
            </a:extLst>
          </p:cNvPr>
          <p:cNvSpPr/>
          <p:nvPr/>
        </p:nvSpPr>
        <p:spPr>
          <a:xfrm>
            <a:off x="0" y="2317747"/>
            <a:ext cx="12192000" cy="4552953"/>
          </a:xfrm>
          <a:custGeom>
            <a:avLst/>
            <a:gdLst>
              <a:gd name="connsiteX0" fmla="*/ 0 w 12192000"/>
              <a:gd name="connsiteY0" fmla="*/ 4933666 h 4933666"/>
              <a:gd name="connsiteX1" fmla="*/ 0 w 12192000"/>
              <a:gd name="connsiteY1" fmla="*/ 0 h 4933666"/>
              <a:gd name="connsiteX2" fmla="*/ 12192000 w 12192000"/>
              <a:gd name="connsiteY2" fmla="*/ 4933666 h 4933666"/>
              <a:gd name="connsiteX3" fmla="*/ 0 w 12192000"/>
              <a:gd name="connsiteY3" fmla="*/ 4933666 h 4933666"/>
              <a:gd name="connsiteX0" fmla="*/ 0 w 12192000"/>
              <a:gd name="connsiteY0" fmla="*/ 4933676 h 4933676"/>
              <a:gd name="connsiteX1" fmla="*/ 0 w 12192000"/>
              <a:gd name="connsiteY1" fmla="*/ 10 h 4933676"/>
              <a:gd name="connsiteX2" fmla="*/ 12192000 w 12192000"/>
              <a:gd name="connsiteY2" fmla="*/ 4933676 h 4933676"/>
              <a:gd name="connsiteX3" fmla="*/ 0 w 12192000"/>
              <a:gd name="connsiteY3" fmla="*/ 4933676 h 4933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4933676">
                <a:moveTo>
                  <a:pt x="0" y="4933676"/>
                </a:moveTo>
                <a:lnTo>
                  <a:pt x="0" y="10"/>
                </a:lnTo>
                <a:cubicBezTo>
                  <a:pt x="5742674" y="-6814"/>
                  <a:pt x="8128000" y="3289121"/>
                  <a:pt x="12192000" y="4933676"/>
                </a:cubicBezTo>
                <a:lnTo>
                  <a:pt x="0" y="4933676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10" name="Right Triangle 2">
            <a:extLst>
              <a:ext uri="{FF2B5EF4-FFF2-40B4-BE49-F238E27FC236}">
                <a16:creationId xmlns:a16="http://schemas.microsoft.com/office/drawing/2014/main" id="{43525225-EA33-443D-B9F2-B2B4817D84F2}"/>
              </a:ext>
            </a:extLst>
          </p:cNvPr>
          <p:cNvSpPr/>
          <p:nvPr/>
        </p:nvSpPr>
        <p:spPr>
          <a:xfrm rot="10800000">
            <a:off x="0" y="0"/>
            <a:ext cx="12192000" cy="4552950"/>
          </a:xfrm>
          <a:custGeom>
            <a:avLst/>
            <a:gdLst>
              <a:gd name="connsiteX0" fmla="*/ 0 w 12192000"/>
              <a:gd name="connsiteY0" fmla="*/ 4933666 h 4933666"/>
              <a:gd name="connsiteX1" fmla="*/ 0 w 12192000"/>
              <a:gd name="connsiteY1" fmla="*/ 0 h 4933666"/>
              <a:gd name="connsiteX2" fmla="*/ 12192000 w 12192000"/>
              <a:gd name="connsiteY2" fmla="*/ 4933666 h 4933666"/>
              <a:gd name="connsiteX3" fmla="*/ 0 w 12192000"/>
              <a:gd name="connsiteY3" fmla="*/ 4933666 h 4933666"/>
              <a:gd name="connsiteX0" fmla="*/ 0 w 12192000"/>
              <a:gd name="connsiteY0" fmla="*/ 4933676 h 4933676"/>
              <a:gd name="connsiteX1" fmla="*/ 0 w 12192000"/>
              <a:gd name="connsiteY1" fmla="*/ 10 h 4933676"/>
              <a:gd name="connsiteX2" fmla="*/ 12192000 w 12192000"/>
              <a:gd name="connsiteY2" fmla="*/ 4933676 h 4933676"/>
              <a:gd name="connsiteX3" fmla="*/ 0 w 12192000"/>
              <a:gd name="connsiteY3" fmla="*/ 4933676 h 4933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4933676">
                <a:moveTo>
                  <a:pt x="0" y="4933676"/>
                </a:moveTo>
                <a:lnTo>
                  <a:pt x="0" y="10"/>
                </a:lnTo>
                <a:cubicBezTo>
                  <a:pt x="5742674" y="-6814"/>
                  <a:pt x="8128000" y="3289121"/>
                  <a:pt x="12192000" y="4933676"/>
                </a:cubicBezTo>
                <a:lnTo>
                  <a:pt x="0" y="4933676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542155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4.44444E-6 L 0 -0.2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59259E-6 L 0 0.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Date Placeholder 49">
            <a:extLst>
              <a:ext uri="{FF2B5EF4-FFF2-40B4-BE49-F238E27FC236}">
                <a16:creationId xmlns:a16="http://schemas.microsoft.com/office/drawing/2014/main" id="{7E65F3A8-79E4-47E5-AD4E-1525EB7A4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51" name="Footer Placeholder 50">
            <a:extLst>
              <a:ext uri="{FF2B5EF4-FFF2-40B4-BE49-F238E27FC236}">
                <a16:creationId xmlns:a16="http://schemas.microsoft.com/office/drawing/2014/main" id="{C7FBA407-E869-4D2E-9720-8B24089DD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52" name="Slide Number Placeholder 51">
            <a:extLst>
              <a:ext uri="{FF2B5EF4-FFF2-40B4-BE49-F238E27FC236}">
                <a16:creationId xmlns:a16="http://schemas.microsoft.com/office/drawing/2014/main" id="{0850EB47-EEBA-4541-BF8F-FF354327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2</a:t>
            </a:fld>
            <a:endParaRPr lang="en-PK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69FC61-B24D-44C8-94E8-FA5E2E5B9FE5}"/>
              </a:ext>
            </a:extLst>
          </p:cNvPr>
          <p:cNvSpPr txBox="1"/>
          <p:nvPr/>
        </p:nvSpPr>
        <p:spPr>
          <a:xfrm>
            <a:off x="2603077" y="534165"/>
            <a:ext cx="27432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INTRODUCTION</a:t>
            </a:r>
            <a:endParaRPr lang="en-PK" sz="23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48D8D4-FEDA-4023-8CF5-561CFC573C8F}"/>
              </a:ext>
            </a:extLst>
          </p:cNvPr>
          <p:cNvSpPr txBox="1"/>
          <p:nvPr/>
        </p:nvSpPr>
        <p:spPr>
          <a:xfrm>
            <a:off x="2603077" y="920783"/>
            <a:ext cx="4974321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MY NAME IS BURHAN AHMED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I AM 20 YEARS OLD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AND FROM KARACHI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C1C17D-2313-493D-864B-597683B5D502}"/>
              </a:ext>
            </a:extLst>
          </p:cNvPr>
          <p:cNvCxnSpPr/>
          <p:nvPr/>
        </p:nvCxnSpPr>
        <p:spPr>
          <a:xfrm>
            <a:off x="2401191" y="524229"/>
            <a:ext cx="0" cy="5791200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59C3AEE-0E63-4597-8D17-B739761B261A}"/>
              </a:ext>
            </a:extLst>
          </p:cNvPr>
          <p:cNvCxnSpPr>
            <a:cxnSpLocks/>
          </p:cNvCxnSpPr>
          <p:nvPr/>
        </p:nvCxnSpPr>
        <p:spPr>
          <a:xfrm>
            <a:off x="2540962" y="3123467"/>
            <a:ext cx="7117388" cy="0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05CD26-06D8-4FCE-9C81-CCD4440B7996}"/>
              </a:ext>
            </a:extLst>
          </p:cNvPr>
          <p:cNvSpPr txBox="1"/>
          <p:nvPr/>
        </p:nvSpPr>
        <p:spPr>
          <a:xfrm>
            <a:off x="2603077" y="3358352"/>
            <a:ext cx="411479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ACADEMIC ACHIVEMENTS</a:t>
            </a:r>
            <a:endParaRPr lang="en-PK" sz="23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1F42E1-2BE4-46BE-B93C-741AB8D80D20}"/>
              </a:ext>
            </a:extLst>
          </p:cNvPr>
          <p:cNvSpPr txBox="1"/>
          <p:nvPr/>
        </p:nvSpPr>
        <p:spPr>
          <a:xfrm>
            <a:off x="2637732" y="3765073"/>
            <a:ext cx="4974332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RECENTLY GRADUATED IN COMMERCE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ENROLLED IN BANOQABIL 4.0 IT PROGRAM (AL-KHIDMAT TRUST) </a:t>
            </a:r>
            <a:endParaRPr lang="en-PK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967E97B-F336-482D-BB2C-7F14FF68C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3606" y="534165"/>
            <a:ext cx="54869" cy="5822185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8533F288-5354-4B65-81ED-75716754FEF7}"/>
              </a:ext>
            </a:extLst>
          </p:cNvPr>
          <p:cNvGrpSpPr/>
          <p:nvPr/>
        </p:nvGrpSpPr>
        <p:grpSpPr>
          <a:xfrm>
            <a:off x="10100891" y="1290716"/>
            <a:ext cx="4182218" cy="4151736"/>
            <a:chOff x="10100891" y="1055831"/>
            <a:chExt cx="4182218" cy="4151736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21B424E9-0C1A-4830-B4CE-E9CAB1788F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00891" y="1055831"/>
              <a:ext cx="4182218" cy="4151736"/>
            </a:xfrm>
            <a:prstGeom prst="rect">
              <a:avLst/>
            </a:prstGeom>
          </p:spPr>
        </p:pic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BA28E1D-F058-49A9-AAE2-30E5DAF6CDA6}"/>
                </a:ext>
              </a:extLst>
            </p:cNvPr>
            <p:cNvGrpSpPr/>
            <p:nvPr/>
          </p:nvGrpSpPr>
          <p:grpSpPr>
            <a:xfrm>
              <a:off x="10327950" y="1055831"/>
              <a:ext cx="3728100" cy="4085592"/>
              <a:chOff x="10302480" y="1111517"/>
              <a:chExt cx="3728100" cy="4085592"/>
            </a:xfrm>
          </p:grpSpPr>
          <p:pic>
            <p:nvPicPr>
              <p:cNvPr id="22" name="Graphic 21" descr="Graduation cap">
                <a:extLst>
                  <a:ext uri="{FF2B5EF4-FFF2-40B4-BE49-F238E27FC236}">
                    <a16:creationId xmlns:a16="http://schemas.microsoft.com/office/drawing/2014/main" id="{DBE0CF90-7FC1-4648-A84F-DC591142A2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0330729" y="3460484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5" name="Graphic 24" descr="Muscular arm">
                <a:extLst>
                  <a:ext uri="{FF2B5EF4-FFF2-40B4-BE49-F238E27FC236}">
                    <a16:creationId xmlns:a16="http://schemas.microsoft.com/office/drawing/2014/main" id="{C5D7C823-A515-4E8F-B99B-A07EDDE6F2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302480" y="20259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8" name="Graphic 27" descr="Man with kid">
                <a:extLst>
                  <a:ext uri="{FF2B5EF4-FFF2-40B4-BE49-F238E27FC236}">
                    <a16:creationId xmlns:a16="http://schemas.microsoft.com/office/drawing/2014/main" id="{1A7DF63C-107F-4FA4-B1E9-153C2DD724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1757775" y="11115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31" name="Graphic 30" descr="Computer">
                <a:extLst>
                  <a:ext uri="{FF2B5EF4-FFF2-40B4-BE49-F238E27FC236}">
                    <a16:creationId xmlns:a16="http://schemas.microsoft.com/office/drawing/2014/main" id="{318EEEE7-55F5-4683-B6AD-0F4A06D190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3116180" y="20259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33" name="Graphic 32" descr="Processor">
                <a:extLst>
                  <a:ext uri="{FF2B5EF4-FFF2-40B4-BE49-F238E27FC236}">
                    <a16:creationId xmlns:a16="http://schemas.microsoft.com/office/drawing/2014/main" id="{E874EBCB-F78A-4C60-8D8E-96873BE366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13116180" y="34986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35" name="Graphic 34" descr="Chat bubble">
                <a:extLst>
                  <a:ext uri="{FF2B5EF4-FFF2-40B4-BE49-F238E27FC236}">
                    <a16:creationId xmlns:a16="http://schemas.microsoft.com/office/drawing/2014/main" id="{A5EDC67D-A7A5-4CE8-89D6-A4E381C564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11757775" y="4282709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1D88DB-C6D5-4B20-BB0F-3D81A5665440}"/>
              </a:ext>
            </a:extLst>
          </p:cNvPr>
          <p:cNvGrpSpPr/>
          <p:nvPr/>
        </p:nvGrpSpPr>
        <p:grpSpPr>
          <a:xfrm>
            <a:off x="-2083212" y="1290716"/>
            <a:ext cx="4166423" cy="4135271"/>
            <a:chOff x="-2083212" y="1055831"/>
            <a:chExt cx="4166423" cy="4135271"/>
          </a:xfrm>
        </p:grpSpPr>
        <p:sp>
          <p:nvSpPr>
            <p:cNvPr id="2" name="Circle: Hollow 1">
              <a:extLst>
                <a:ext uri="{FF2B5EF4-FFF2-40B4-BE49-F238E27FC236}">
                  <a16:creationId xmlns:a16="http://schemas.microsoft.com/office/drawing/2014/main" id="{D250BE8A-B1E1-45E9-9587-64B2A5F0F8FA}"/>
                </a:ext>
              </a:extLst>
            </p:cNvPr>
            <p:cNvSpPr/>
            <p:nvPr/>
          </p:nvSpPr>
          <p:spPr>
            <a:xfrm>
              <a:off x="-2083212" y="1055831"/>
              <a:ext cx="4166423" cy="4135271"/>
            </a:xfrm>
            <a:prstGeom prst="donut">
              <a:avLst>
                <a:gd name="adj" fmla="val 26322"/>
              </a:avLst>
            </a:prstGeom>
            <a:solidFill>
              <a:schemeClr val="accent6">
                <a:lumMod val="5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>
                <a:solidFill>
                  <a:schemeClr val="tx1"/>
                </a:solidFill>
              </a:endParaRP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4CB45A8-86C3-412B-A1F8-33FBA27D71AA}"/>
                </a:ext>
              </a:extLst>
            </p:cNvPr>
            <p:cNvGrpSpPr/>
            <p:nvPr/>
          </p:nvGrpSpPr>
          <p:grpSpPr>
            <a:xfrm>
              <a:off x="-1885849" y="1158407"/>
              <a:ext cx="3771696" cy="3922082"/>
              <a:chOff x="-1854807" y="1164951"/>
              <a:chExt cx="3771696" cy="3922082"/>
            </a:xfrm>
          </p:grpSpPr>
          <p:pic>
            <p:nvPicPr>
              <p:cNvPr id="8" name="Graphic 7" descr="User">
                <a:extLst>
                  <a:ext uri="{FF2B5EF4-FFF2-40B4-BE49-F238E27FC236}">
                    <a16:creationId xmlns:a16="http://schemas.microsoft.com/office/drawing/2014/main" id="{A3E6964E-821A-4B93-9B20-DCB8070C16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>
                <a:off x="1002489" y="1872631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4" name="Graphic 13" descr="Bullseye">
                <a:extLst>
                  <a:ext uri="{FF2B5EF4-FFF2-40B4-BE49-F238E27FC236}">
                    <a16:creationId xmlns:a16="http://schemas.microsoft.com/office/drawing/2014/main" id="{74F5F064-FD6C-4D78-B01A-35DB94F06E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-349379" y="4172633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7" name="Graphic 6" descr="Brain in head">
                <a:extLst>
                  <a:ext uri="{FF2B5EF4-FFF2-40B4-BE49-F238E27FC236}">
                    <a16:creationId xmlns:a16="http://schemas.microsoft.com/office/drawing/2014/main" id="{B5DBCBC1-4EDD-421B-8412-A0AFA1B36E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p:blipFill>
            <p:spPr>
              <a:xfrm>
                <a:off x="986021" y="336260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0" name="Graphic 9" descr="Classroom">
                <a:extLst>
                  <a:ext uri="{FF2B5EF4-FFF2-40B4-BE49-F238E27FC236}">
                    <a16:creationId xmlns:a16="http://schemas.microsoft.com/office/drawing/2014/main" id="{1C409A0C-C8E6-44B5-8536-F27EF77C89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p:blipFill>
            <p:spPr>
              <a:xfrm>
                <a:off x="-1662721" y="3533529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6" name="Graphic 15" descr="Open book">
                <a:extLst>
                  <a:ext uri="{FF2B5EF4-FFF2-40B4-BE49-F238E27FC236}">
                    <a16:creationId xmlns:a16="http://schemas.microsoft.com/office/drawing/2014/main" id="{26BE7DC6-351D-4A44-87C8-038AEB3FCA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>
                <a:off x="-1854807" y="2079351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8" name="Graphic 17" descr="Game controller">
                <a:extLst>
                  <a:ext uri="{FF2B5EF4-FFF2-40B4-BE49-F238E27FC236}">
                    <a16:creationId xmlns:a16="http://schemas.microsoft.com/office/drawing/2014/main" id="{A10E7691-E641-4F75-99CA-F8D00378E4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p:blipFill>
            <p:spPr>
              <a:xfrm>
                <a:off x="-476493" y="1164951"/>
                <a:ext cx="914400" cy="9144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050820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Date Placeholder 49">
            <a:extLst>
              <a:ext uri="{FF2B5EF4-FFF2-40B4-BE49-F238E27FC236}">
                <a16:creationId xmlns:a16="http://schemas.microsoft.com/office/drawing/2014/main" id="{7E65F3A8-79E4-47E5-AD4E-1525EB7A4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51" name="Footer Placeholder 50">
            <a:extLst>
              <a:ext uri="{FF2B5EF4-FFF2-40B4-BE49-F238E27FC236}">
                <a16:creationId xmlns:a16="http://schemas.microsoft.com/office/drawing/2014/main" id="{C7FBA407-E869-4D2E-9720-8B24089DD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52" name="Slide Number Placeholder 51">
            <a:extLst>
              <a:ext uri="{FF2B5EF4-FFF2-40B4-BE49-F238E27FC236}">
                <a16:creationId xmlns:a16="http://schemas.microsoft.com/office/drawing/2014/main" id="{0850EB47-EEBA-4541-BF8F-FF354327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3</a:t>
            </a:fld>
            <a:endParaRPr lang="en-PK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B32412B-4DE6-4A25-B4E7-3D3D4D55A3BF}"/>
              </a:ext>
            </a:extLst>
          </p:cNvPr>
          <p:cNvCxnSpPr/>
          <p:nvPr/>
        </p:nvCxnSpPr>
        <p:spPr>
          <a:xfrm>
            <a:off x="2401191" y="524229"/>
            <a:ext cx="0" cy="5791200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Picture 46">
            <a:extLst>
              <a:ext uri="{FF2B5EF4-FFF2-40B4-BE49-F238E27FC236}">
                <a16:creationId xmlns:a16="http://schemas.microsoft.com/office/drawing/2014/main" id="{E011387D-A227-4024-8BCD-85DD980A6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3606" y="534165"/>
            <a:ext cx="54869" cy="5822185"/>
          </a:xfrm>
          <a:prstGeom prst="rect">
            <a:avLst/>
          </a:prstGeom>
        </p:spPr>
      </p:pic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9C1B633-533B-4AF3-AEF0-A56E4ABBE69E}"/>
              </a:ext>
            </a:extLst>
          </p:cNvPr>
          <p:cNvCxnSpPr>
            <a:cxnSpLocks/>
          </p:cNvCxnSpPr>
          <p:nvPr/>
        </p:nvCxnSpPr>
        <p:spPr>
          <a:xfrm>
            <a:off x="2540962" y="3123467"/>
            <a:ext cx="7117388" cy="0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A15B3EE3-CE8A-4ECD-9599-2EEAF2DFB9F7}"/>
              </a:ext>
            </a:extLst>
          </p:cNvPr>
          <p:cNvSpPr txBox="1"/>
          <p:nvPr/>
        </p:nvSpPr>
        <p:spPr>
          <a:xfrm>
            <a:off x="2603076" y="534165"/>
            <a:ext cx="3931067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PERSONALITY TRAITS</a:t>
            </a:r>
            <a:endParaRPr lang="en-PK" sz="23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E6C5A89-EEA9-4ED7-B075-95467E63A824}"/>
              </a:ext>
            </a:extLst>
          </p:cNvPr>
          <p:cNvSpPr txBox="1"/>
          <p:nvPr/>
        </p:nvSpPr>
        <p:spPr>
          <a:xfrm>
            <a:off x="2603077" y="920783"/>
            <a:ext cx="4974321" cy="1711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I AM HARDWORKING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SELF MOTIVATED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CURIOUS LEARNER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STRONG COMMUICATION SKILLS</a:t>
            </a:r>
            <a:endParaRPr lang="en-PK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B820CD8-27A7-40E1-BEFA-B5C8346814F6}"/>
              </a:ext>
            </a:extLst>
          </p:cNvPr>
          <p:cNvSpPr txBox="1"/>
          <p:nvPr/>
        </p:nvSpPr>
        <p:spPr>
          <a:xfrm>
            <a:off x="2603077" y="3358352"/>
            <a:ext cx="411479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STRENGTH AND WEAKNESS</a:t>
            </a:r>
            <a:endParaRPr lang="en-PK" sz="23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F3F295B-EA93-4CF6-9906-7F8DB9BD30CD}"/>
              </a:ext>
            </a:extLst>
          </p:cNvPr>
          <p:cNvSpPr txBox="1"/>
          <p:nvPr/>
        </p:nvSpPr>
        <p:spPr>
          <a:xfrm>
            <a:off x="2637732" y="3765073"/>
            <a:ext cx="4974332" cy="2126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MY STRENGTH: DEDICATION,MOTIVATION AND HELPER.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MY WEAKNESS: SOMETIMES EASILY DISTRACTED(WORKING ON IMPROVING FOCUS).</a:t>
            </a:r>
            <a:endParaRPr lang="en-PK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956250-5B84-47B7-8006-A3F4BF8CF167}"/>
              </a:ext>
            </a:extLst>
          </p:cNvPr>
          <p:cNvSpPr txBox="1"/>
          <p:nvPr/>
        </p:nvSpPr>
        <p:spPr>
          <a:xfrm rot="5400000">
            <a:off x="735119" y="3342171"/>
            <a:ext cx="180309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PERSONALITY</a:t>
            </a:r>
            <a:endParaRPr lang="en-PK" b="1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355C6F-9A81-4181-8831-88EA85386B0B}"/>
              </a:ext>
            </a:extLst>
          </p:cNvPr>
          <p:cNvGrpSpPr/>
          <p:nvPr/>
        </p:nvGrpSpPr>
        <p:grpSpPr>
          <a:xfrm rot="18081062">
            <a:off x="-2083212" y="1290716"/>
            <a:ext cx="4166423" cy="4135271"/>
            <a:chOff x="-2083212" y="1055831"/>
            <a:chExt cx="4166423" cy="4135271"/>
          </a:xfrm>
        </p:grpSpPr>
        <p:sp>
          <p:nvSpPr>
            <p:cNvPr id="15" name="Circle: Hollow 14">
              <a:extLst>
                <a:ext uri="{FF2B5EF4-FFF2-40B4-BE49-F238E27FC236}">
                  <a16:creationId xmlns:a16="http://schemas.microsoft.com/office/drawing/2014/main" id="{7993DBC9-7003-4E52-904E-68CF91318A76}"/>
                </a:ext>
              </a:extLst>
            </p:cNvPr>
            <p:cNvSpPr/>
            <p:nvPr/>
          </p:nvSpPr>
          <p:spPr>
            <a:xfrm>
              <a:off x="-2083212" y="1055831"/>
              <a:ext cx="4166423" cy="4135271"/>
            </a:xfrm>
            <a:prstGeom prst="donut">
              <a:avLst>
                <a:gd name="adj" fmla="val 26322"/>
              </a:avLst>
            </a:prstGeom>
            <a:solidFill>
              <a:schemeClr val="accent6">
                <a:lumMod val="5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BC3B111-6E6C-40DC-ADC1-B426507D8AF7}"/>
                </a:ext>
              </a:extLst>
            </p:cNvPr>
            <p:cNvGrpSpPr/>
            <p:nvPr/>
          </p:nvGrpSpPr>
          <p:grpSpPr>
            <a:xfrm>
              <a:off x="-1885849" y="1158407"/>
              <a:ext cx="3771696" cy="3922082"/>
              <a:chOff x="-1854807" y="1164951"/>
              <a:chExt cx="3771696" cy="3922082"/>
            </a:xfrm>
          </p:grpSpPr>
          <p:pic>
            <p:nvPicPr>
              <p:cNvPr id="17" name="Graphic 16" descr="User">
                <a:extLst>
                  <a:ext uri="{FF2B5EF4-FFF2-40B4-BE49-F238E27FC236}">
                    <a16:creationId xmlns:a16="http://schemas.microsoft.com/office/drawing/2014/main" id="{C2EB7F97-1A38-438E-862B-40DAF887F8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3518938">
                <a:off x="1002489" y="1872631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8" name="Graphic 17" descr="Bullseye">
                <a:extLst>
                  <a:ext uri="{FF2B5EF4-FFF2-40B4-BE49-F238E27FC236}">
                    <a16:creationId xmlns:a16="http://schemas.microsoft.com/office/drawing/2014/main" id="{81768A1B-A0C3-4BBC-86C1-02D9A6C273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 rot="3518938">
                <a:off x="-349379" y="4172633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0" name="Graphic 19" descr="Brain in head">
                <a:extLst>
                  <a:ext uri="{FF2B5EF4-FFF2-40B4-BE49-F238E27FC236}">
                    <a16:creationId xmlns:a16="http://schemas.microsoft.com/office/drawing/2014/main" id="{3278A1DF-0997-429A-A81C-12C121BBD9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3518938">
                <a:off x="986021" y="336260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1" name="Graphic 20" descr="Classroom">
                <a:extLst>
                  <a:ext uri="{FF2B5EF4-FFF2-40B4-BE49-F238E27FC236}">
                    <a16:creationId xmlns:a16="http://schemas.microsoft.com/office/drawing/2014/main" id="{F325E064-5A11-4AF8-92BB-37B24560E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 rot="3518938">
                <a:off x="-1662721" y="3533529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Open book">
                <a:extLst>
                  <a:ext uri="{FF2B5EF4-FFF2-40B4-BE49-F238E27FC236}">
                    <a16:creationId xmlns:a16="http://schemas.microsoft.com/office/drawing/2014/main" id="{9C56B4A4-AE3F-42B9-AA44-307767AACD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 rot="3518938">
                <a:off x="-1854807" y="2079351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Game controller">
                <a:extLst>
                  <a:ext uri="{FF2B5EF4-FFF2-40B4-BE49-F238E27FC236}">
                    <a16:creationId xmlns:a16="http://schemas.microsoft.com/office/drawing/2014/main" id="{68339DCA-3400-4449-A5C2-BEE963D9BD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 rot="3518938">
                <a:off x="-476493" y="1164951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3840074-011F-4A00-BFC0-C434F9B0AFC3}"/>
              </a:ext>
            </a:extLst>
          </p:cNvPr>
          <p:cNvGrpSpPr/>
          <p:nvPr/>
        </p:nvGrpSpPr>
        <p:grpSpPr>
          <a:xfrm rot="17956763">
            <a:off x="10100891" y="1290716"/>
            <a:ext cx="4182218" cy="4151736"/>
            <a:chOff x="10100891" y="1055831"/>
            <a:chExt cx="4182218" cy="4151736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8ED5DE84-1066-4984-A32E-4DF1BB914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100891" y="1055831"/>
              <a:ext cx="4182218" cy="4151736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DF13A41-358F-4AFB-918B-8C3B8AC8973B}"/>
                </a:ext>
              </a:extLst>
            </p:cNvPr>
            <p:cNvGrpSpPr/>
            <p:nvPr/>
          </p:nvGrpSpPr>
          <p:grpSpPr>
            <a:xfrm>
              <a:off x="10327950" y="1055831"/>
              <a:ext cx="3728100" cy="4085592"/>
              <a:chOff x="10302480" y="1111517"/>
              <a:chExt cx="3728100" cy="4085592"/>
            </a:xfrm>
          </p:grpSpPr>
          <p:pic>
            <p:nvPicPr>
              <p:cNvPr id="27" name="Graphic 26" descr="Graduation cap">
                <a:extLst>
                  <a:ext uri="{FF2B5EF4-FFF2-40B4-BE49-F238E27FC236}">
                    <a16:creationId xmlns:a16="http://schemas.microsoft.com/office/drawing/2014/main" id="{06D0D110-83CE-487A-A162-88EE7D8BC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 rot="3643237">
                <a:off x="10330729" y="3460484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8" name="Graphic 27" descr="Muscular arm">
                <a:extLst>
                  <a:ext uri="{FF2B5EF4-FFF2-40B4-BE49-F238E27FC236}">
                    <a16:creationId xmlns:a16="http://schemas.microsoft.com/office/drawing/2014/main" id="{9496F8E1-D447-4203-82CA-49895FD57D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 rot="3643237">
                <a:off x="10302480" y="20259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9" name="Graphic 28" descr="Man with kid">
                <a:extLst>
                  <a:ext uri="{FF2B5EF4-FFF2-40B4-BE49-F238E27FC236}">
                    <a16:creationId xmlns:a16="http://schemas.microsoft.com/office/drawing/2014/main" id="{C70F617A-956A-407D-95B2-EC97DC755D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p:blipFill>
            <p:spPr>
              <a:xfrm rot="3643237">
                <a:off x="11757775" y="11115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30" name="Graphic 29" descr="Computer">
                <a:extLst>
                  <a:ext uri="{FF2B5EF4-FFF2-40B4-BE49-F238E27FC236}">
                    <a16:creationId xmlns:a16="http://schemas.microsoft.com/office/drawing/2014/main" id="{A33028B2-697E-4EF7-9078-A7A2845BAE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p:blipFill>
            <p:spPr>
              <a:xfrm rot="3643237">
                <a:off x="13116180" y="20259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31" name="Graphic 30" descr="Processor">
                <a:extLst>
                  <a:ext uri="{FF2B5EF4-FFF2-40B4-BE49-F238E27FC236}">
                    <a16:creationId xmlns:a16="http://schemas.microsoft.com/office/drawing/2014/main" id="{CAC8B372-E8C2-4BAC-8CC4-7BEE687401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 rot="3643237">
                <a:off x="13116180" y="34986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32" name="Graphic 31" descr="Chat bubble">
                <a:extLst>
                  <a:ext uri="{FF2B5EF4-FFF2-40B4-BE49-F238E27FC236}">
                    <a16:creationId xmlns:a16="http://schemas.microsoft.com/office/drawing/2014/main" id="{887815C8-5655-47C8-92B2-F2CBB238A7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p:blipFill>
            <p:spPr>
              <a:xfrm rot="3643237">
                <a:off x="11757775" y="4282709"/>
                <a:ext cx="914400" cy="9144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791627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Date Placeholder 49">
            <a:extLst>
              <a:ext uri="{FF2B5EF4-FFF2-40B4-BE49-F238E27FC236}">
                <a16:creationId xmlns:a16="http://schemas.microsoft.com/office/drawing/2014/main" id="{7E65F3A8-79E4-47E5-AD4E-1525EB7A4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51" name="Footer Placeholder 50">
            <a:extLst>
              <a:ext uri="{FF2B5EF4-FFF2-40B4-BE49-F238E27FC236}">
                <a16:creationId xmlns:a16="http://schemas.microsoft.com/office/drawing/2014/main" id="{C7FBA407-E869-4D2E-9720-8B24089DD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52" name="Slide Number Placeholder 51">
            <a:extLst>
              <a:ext uri="{FF2B5EF4-FFF2-40B4-BE49-F238E27FC236}">
                <a16:creationId xmlns:a16="http://schemas.microsoft.com/office/drawing/2014/main" id="{0850EB47-EEBA-4541-BF8F-FF354327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4</a:t>
            </a:fld>
            <a:endParaRPr lang="en-PK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FC312F3-2B35-4ACC-8D7B-7E05FC3A2C3E}"/>
              </a:ext>
            </a:extLst>
          </p:cNvPr>
          <p:cNvCxnSpPr/>
          <p:nvPr/>
        </p:nvCxnSpPr>
        <p:spPr>
          <a:xfrm>
            <a:off x="2401191" y="524229"/>
            <a:ext cx="0" cy="5791200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Picture 41">
            <a:extLst>
              <a:ext uri="{FF2B5EF4-FFF2-40B4-BE49-F238E27FC236}">
                <a16:creationId xmlns:a16="http://schemas.microsoft.com/office/drawing/2014/main" id="{017CAC7C-AF4A-4BE9-BF1C-F652E5EA3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3606" y="534165"/>
            <a:ext cx="54869" cy="5822185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689A712-B107-4265-85A5-8F791EDDA05B}"/>
              </a:ext>
            </a:extLst>
          </p:cNvPr>
          <p:cNvCxnSpPr>
            <a:cxnSpLocks/>
          </p:cNvCxnSpPr>
          <p:nvPr/>
        </p:nvCxnSpPr>
        <p:spPr>
          <a:xfrm>
            <a:off x="2540962" y="3123467"/>
            <a:ext cx="7117388" cy="0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5D69DBE-8F2E-49C4-AC81-F26A528E3914}"/>
              </a:ext>
            </a:extLst>
          </p:cNvPr>
          <p:cNvSpPr txBox="1"/>
          <p:nvPr/>
        </p:nvSpPr>
        <p:spPr>
          <a:xfrm>
            <a:off x="2603077" y="534165"/>
            <a:ext cx="27432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FUTURE GOAL</a:t>
            </a:r>
            <a:endParaRPr lang="en-PK" sz="23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79EB53DF-0DC2-4668-8428-970AFF99756B}"/>
              </a:ext>
            </a:extLst>
          </p:cNvPr>
          <p:cNvSpPr txBox="1"/>
          <p:nvPr/>
        </p:nvSpPr>
        <p:spPr>
          <a:xfrm>
            <a:off x="2603077" y="920783"/>
            <a:ext cx="4974321" cy="2126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SHORT TERM: SECURE A JOB IN REPUTED COMPANY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LONG TERM: BUILD A CAREER IN PROGRAMMING &amp; GAME DEVELOPMENT AND MENTOR OTHERS</a:t>
            </a:r>
            <a:endParaRPr lang="en-PK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5AC1A08-FF17-4413-A600-AE422542EF45}"/>
              </a:ext>
            </a:extLst>
          </p:cNvPr>
          <p:cNvSpPr txBox="1"/>
          <p:nvPr/>
        </p:nvSpPr>
        <p:spPr>
          <a:xfrm>
            <a:off x="2603077" y="3358352"/>
            <a:ext cx="411479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INSPIRATION</a:t>
            </a:r>
            <a:endParaRPr lang="en-PK" sz="23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6A08650-3137-44D2-A70E-6C8D04113F7D}"/>
              </a:ext>
            </a:extLst>
          </p:cNvPr>
          <p:cNvSpPr txBox="1"/>
          <p:nvPr/>
        </p:nvSpPr>
        <p:spPr>
          <a:xfrm>
            <a:off x="2637732" y="3765073"/>
            <a:ext cx="4974332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MY ROLE MODEL IS MY FATHER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HE INSPIRE ME WITH HIS HARDWORK AND NEVER GIVEUP ATTITUDE.</a:t>
            </a:r>
            <a:endParaRPr lang="en-PK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3FFBACE-F2C0-47F9-871B-F0B6ACFA1DFF}"/>
              </a:ext>
            </a:extLst>
          </p:cNvPr>
          <p:cNvGrpSpPr/>
          <p:nvPr/>
        </p:nvGrpSpPr>
        <p:grpSpPr>
          <a:xfrm rot="14840567">
            <a:off x="-2083212" y="1290716"/>
            <a:ext cx="4166423" cy="4135271"/>
            <a:chOff x="-2083212" y="1055831"/>
            <a:chExt cx="4166423" cy="4135271"/>
          </a:xfrm>
        </p:grpSpPr>
        <p:sp>
          <p:nvSpPr>
            <p:cNvPr id="13" name="Circle: Hollow 12">
              <a:extLst>
                <a:ext uri="{FF2B5EF4-FFF2-40B4-BE49-F238E27FC236}">
                  <a16:creationId xmlns:a16="http://schemas.microsoft.com/office/drawing/2014/main" id="{2AE8FBB8-4688-4699-B0FD-21B59DBAA1DC}"/>
                </a:ext>
              </a:extLst>
            </p:cNvPr>
            <p:cNvSpPr/>
            <p:nvPr/>
          </p:nvSpPr>
          <p:spPr>
            <a:xfrm>
              <a:off x="-2083212" y="1055831"/>
              <a:ext cx="4166423" cy="4135271"/>
            </a:xfrm>
            <a:prstGeom prst="donut">
              <a:avLst>
                <a:gd name="adj" fmla="val 26322"/>
              </a:avLst>
            </a:prstGeom>
            <a:solidFill>
              <a:schemeClr val="accent6">
                <a:lumMod val="5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>
                <a:solidFill>
                  <a:schemeClr val="tx1"/>
                </a:solidFill>
              </a:endParaRP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DBFBFA7-DA30-4004-A58C-E1F560DA2135}"/>
                </a:ext>
              </a:extLst>
            </p:cNvPr>
            <p:cNvGrpSpPr/>
            <p:nvPr/>
          </p:nvGrpSpPr>
          <p:grpSpPr>
            <a:xfrm>
              <a:off x="-1885849" y="1158407"/>
              <a:ext cx="3771697" cy="3922082"/>
              <a:chOff x="-1854807" y="1164951"/>
              <a:chExt cx="3771697" cy="3922082"/>
            </a:xfrm>
          </p:grpSpPr>
          <p:pic>
            <p:nvPicPr>
              <p:cNvPr id="15" name="Graphic 14" descr="User">
                <a:extLst>
                  <a:ext uri="{FF2B5EF4-FFF2-40B4-BE49-F238E27FC236}">
                    <a16:creationId xmlns:a16="http://schemas.microsoft.com/office/drawing/2014/main" id="{E48775F0-0FE0-48C9-9944-FF72774C0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6543783">
                <a:off x="1002490" y="1872631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6" name="Graphic 15" descr="Bullseye">
                <a:extLst>
                  <a:ext uri="{FF2B5EF4-FFF2-40B4-BE49-F238E27FC236}">
                    <a16:creationId xmlns:a16="http://schemas.microsoft.com/office/drawing/2014/main" id="{5FA064F6-9ACD-43BA-B49A-9F24D06429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 rot="6543783">
                <a:off x="-349379" y="4172633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7" name="Graphic 16" descr="Brain in head">
                <a:extLst>
                  <a:ext uri="{FF2B5EF4-FFF2-40B4-BE49-F238E27FC236}">
                    <a16:creationId xmlns:a16="http://schemas.microsoft.com/office/drawing/2014/main" id="{855D34B8-7652-40FD-8384-50BF4A0C8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6543783">
                <a:off x="986021" y="336260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8" name="Graphic 17" descr="Classroom">
                <a:extLst>
                  <a:ext uri="{FF2B5EF4-FFF2-40B4-BE49-F238E27FC236}">
                    <a16:creationId xmlns:a16="http://schemas.microsoft.com/office/drawing/2014/main" id="{28541F0B-03F3-43F9-902B-2337B8FB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 rot="6543783">
                <a:off x="-1662721" y="3533529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9" name="Graphic 18" descr="Open book">
                <a:extLst>
                  <a:ext uri="{FF2B5EF4-FFF2-40B4-BE49-F238E27FC236}">
                    <a16:creationId xmlns:a16="http://schemas.microsoft.com/office/drawing/2014/main" id="{2CEC36A1-ED7B-47C9-B9B1-6A35F1BB89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 rot="6543783">
                <a:off x="-1854807" y="2079351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0" name="Graphic 19" descr="Game controller">
                <a:extLst>
                  <a:ext uri="{FF2B5EF4-FFF2-40B4-BE49-F238E27FC236}">
                    <a16:creationId xmlns:a16="http://schemas.microsoft.com/office/drawing/2014/main" id="{80DBD728-E170-41C7-B898-B94C648556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 rot="6543783">
                <a:off x="-476493" y="1164951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5C81210-9580-42D2-9483-45EC8C988DBF}"/>
              </a:ext>
            </a:extLst>
          </p:cNvPr>
          <p:cNvGrpSpPr/>
          <p:nvPr/>
        </p:nvGrpSpPr>
        <p:grpSpPr>
          <a:xfrm rot="14475682">
            <a:off x="10100891" y="1290716"/>
            <a:ext cx="4182218" cy="4151736"/>
            <a:chOff x="10100891" y="1055831"/>
            <a:chExt cx="4182218" cy="4151736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9F5CEB72-2C1D-4376-8EDB-8E9818750D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100891" y="1055831"/>
              <a:ext cx="4182218" cy="41517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2F4E1A7-B9DB-4336-9209-7070148195FB}"/>
                </a:ext>
              </a:extLst>
            </p:cNvPr>
            <p:cNvGrpSpPr/>
            <p:nvPr/>
          </p:nvGrpSpPr>
          <p:grpSpPr>
            <a:xfrm>
              <a:off x="10327950" y="1055831"/>
              <a:ext cx="3728100" cy="4085592"/>
              <a:chOff x="10302480" y="1111517"/>
              <a:chExt cx="3728100" cy="4085592"/>
            </a:xfrm>
          </p:grpSpPr>
          <p:pic>
            <p:nvPicPr>
              <p:cNvPr id="24" name="Graphic 23" descr="Graduation cap">
                <a:extLst>
                  <a:ext uri="{FF2B5EF4-FFF2-40B4-BE49-F238E27FC236}">
                    <a16:creationId xmlns:a16="http://schemas.microsoft.com/office/drawing/2014/main" id="{BFF3944C-06E9-4F1A-A29D-215C670901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 rot="7124318">
                <a:off x="10330729" y="3460484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5" name="Graphic 24" descr="Muscular arm">
                <a:extLst>
                  <a:ext uri="{FF2B5EF4-FFF2-40B4-BE49-F238E27FC236}">
                    <a16:creationId xmlns:a16="http://schemas.microsoft.com/office/drawing/2014/main" id="{BA0711C8-E802-4F31-94C7-21EC9A114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 rot="7124318">
                <a:off x="10302480" y="20259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6" name="Graphic 25" descr="Man with kid">
                <a:extLst>
                  <a:ext uri="{FF2B5EF4-FFF2-40B4-BE49-F238E27FC236}">
                    <a16:creationId xmlns:a16="http://schemas.microsoft.com/office/drawing/2014/main" id="{46CA1EB6-6CB9-400C-BECF-B37B69A66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p:blipFill>
            <p:spPr>
              <a:xfrm rot="7124318">
                <a:off x="11757775" y="11115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7" name="Graphic 26" descr="Computer">
                <a:extLst>
                  <a:ext uri="{FF2B5EF4-FFF2-40B4-BE49-F238E27FC236}">
                    <a16:creationId xmlns:a16="http://schemas.microsoft.com/office/drawing/2014/main" id="{931DDBAD-0264-4799-AA8A-D98B24B047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p:blipFill>
            <p:spPr>
              <a:xfrm rot="7124318">
                <a:off x="13116180" y="20259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8" name="Graphic 27" descr="Processor">
                <a:extLst>
                  <a:ext uri="{FF2B5EF4-FFF2-40B4-BE49-F238E27FC236}">
                    <a16:creationId xmlns:a16="http://schemas.microsoft.com/office/drawing/2014/main" id="{22D5B005-5950-4319-80A9-93265B3CC8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 rot="7124318">
                <a:off x="13116180" y="3498606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9" name="Graphic 28" descr="Chat bubble">
                <a:extLst>
                  <a:ext uri="{FF2B5EF4-FFF2-40B4-BE49-F238E27FC236}">
                    <a16:creationId xmlns:a16="http://schemas.microsoft.com/office/drawing/2014/main" id="{A39C944E-ED31-4310-8253-3BC1F9FD76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p:blipFill>
            <p:spPr>
              <a:xfrm rot="7124318">
                <a:off x="11757775" y="4282709"/>
                <a:ext cx="914400" cy="9144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338318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Date Placeholder 49">
            <a:extLst>
              <a:ext uri="{FF2B5EF4-FFF2-40B4-BE49-F238E27FC236}">
                <a16:creationId xmlns:a16="http://schemas.microsoft.com/office/drawing/2014/main" id="{7E65F3A8-79E4-47E5-AD4E-1525EB7A4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51" name="Footer Placeholder 50">
            <a:extLst>
              <a:ext uri="{FF2B5EF4-FFF2-40B4-BE49-F238E27FC236}">
                <a16:creationId xmlns:a16="http://schemas.microsoft.com/office/drawing/2014/main" id="{C7FBA407-E869-4D2E-9720-8B24089DD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52" name="Slide Number Placeholder 51">
            <a:extLst>
              <a:ext uri="{FF2B5EF4-FFF2-40B4-BE49-F238E27FC236}">
                <a16:creationId xmlns:a16="http://schemas.microsoft.com/office/drawing/2014/main" id="{0850EB47-EEBA-4541-BF8F-FF354327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5</a:t>
            </a:fld>
            <a:endParaRPr lang="en-PK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63AC9D1-852C-40CD-B55C-B33D0DEC7A24}"/>
              </a:ext>
            </a:extLst>
          </p:cNvPr>
          <p:cNvCxnSpPr/>
          <p:nvPr/>
        </p:nvCxnSpPr>
        <p:spPr>
          <a:xfrm>
            <a:off x="2401191" y="524229"/>
            <a:ext cx="0" cy="5791200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Picture 46">
            <a:extLst>
              <a:ext uri="{FF2B5EF4-FFF2-40B4-BE49-F238E27FC236}">
                <a16:creationId xmlns:a16="http://schemas.microsoft.com/office/drawing/2014/main" id="{7B025221-AD72-43EE-B184-F79C92D79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3606" y="534165"/>
            <a:ext cx="54869" cy="5822185"/>
          </a:xfrm>
          <a:prstGeom prst="rect">
            <a:avLst/>
          </a:prstGeom>
        </p:spPr>
      </p:pic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D2E6F19-6DE3-42FD-9792-C94ECF97BCBC}"/>
              </a:ext>
            </a:extLst>
          </p:cNvPr>
          <p:cNvCxnSpPr>
            <a:cxnSpLocks/>
          </p:cNvCxnSpPr>
          <p:nvPr/>
        </p:nvCxnSpPr>
        <p:spPr>
          <a:xfrm>
            <a:off x="2540962" y="3123467"/>
            <a:ext cx="7117388" cy="0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8B75089F-410A-4F54-BDC8-16E54D1553C5}"/>
              </a:ext>
            </a:extLst>
          </p:cNvPr>
          <p:cNvSpPr txBox="1"/>
          <p:nvPr/>
        </p:nvSpPr>
        <p:spPr>
          <a:xfrm>
            <a:off x="2603076" y="534165"/>
            <a:ext cx="4140621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SKILLS LEARNED IN THIS COURSE</a:t>
            </a:r>
            <a:endParaRPr lang="en-PK" sz="23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2AE03F9-5D0E-4409-AF3B-E59793A4530E}"/>
              </a:ext>
            </a:extLst>
          </p:cNvPr>
          <p:cNvSpPr txBox="1"/>
          <p:nvPr/>
        </p:nvSpPr>
        <p:spPr>
          <a:xfrm>
            <a:off x="2603077" y="920783"/>
            <a:ext cx="4974321" cy="1711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BASICS OF COMPUTER (MS OFFICE)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BASICS OF PROGRAMMING (PYTHON)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LOGIC BUILDING AND NETWORKING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EXICUTION OF GIT AND GITHUB</a:t>
            </a:r>
            <a:endParaRPr lang="en-PK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4DC4C7A-1FAD-4410-80B0-CFF3D9945502}"/>
              </a:ext>
            </a:extLst>
          </p:cNvPr>
          <p:cNvSpPr txBox="1"/>
          <p:nvPr/>
        </p:nvSpPr>
        <p:spPr>
          <a:xfrm>
            <a:off x="2603077" y="3358352"/>
            <a:ext cx="411479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FAVOURITE TOPIC</a:t>
            </a:r>
            <a:endParaRPr lang="en-PK" sz="23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607C530-004C-4A0A-B62D-39A739294BB2}"/>
              </a:ext>
            </a:extLst>
          </p:cNvPr>
          <p:cNvSpPr txBox="1"/>
          <p:nvPr/>
        </p:nvSpPr>
        <p:spPr>
          <a:xfrm>
            <a:off x="2637732" y="3765073"/>
            <a:ext cx="4974332" cy="1711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COMPUTER STUDIES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ENJOY LEARNING NEW SOFTWARES AND PROGRAMMING LANGUAGES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ASPIRATION: GAME DEVELOPER</a:t>
            </a:r>
            <a:endParaRPr lang="en-PK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8D08FE9-6FDC-4F18-BEA3-BAA96EEE5491}"/>
              </a:ext>
            </a:extLst>
          </p:cNvPr>
          <p:cNvGrpSpPr/>
          <p:nvPr/>
        </p:nvGrpSpPr>
        <p:grpSpPr>
          <a:xfrm rot="10800000">
            <a:off x="-2083212" y="1290716"/>
            <a:ext cx="4166423" cy="4135271"/>
            <a:chOff x="-2083212" y="1055831"/>
            <a:chExt cx="4166423" cy="4135271"/>
          </a:xfrm>
        </p:grpSpPr>
        <p:sp>
          <p:nvSpPr>
            <p:cNvPr id="13" name="Circle: Hollow 12">
              <a:extLst>
                <a:ext uri="{FF2B5EF4-FFF2-40B4-BE49-F238E27FC236}">
                  <a16:creationId xmlns:a16="http://schemas.microsoft.com/office/drawing/2014/main" id="{F123EC87-310F-485B-A824-883603B3A74B}"/>
                </a:ext>
              </a:extLst>
            </p:cNvPr>
            <p:cNvSpPr/>
            <p:nvPr/>
          </p:nvSpPr>
          <p:spPr>
            <a:xfrm>
              <a:off x="-2083212" y="1055831"/>
              <a:ext cx="4166423" cy="4135271"/>
            </a:xfrm>
            <a:prstGeom prst="donut">
              <a:avLst>
                <a:gd name="adj" fmla="val 26322"/>
              </a:avLst>
            </a:prstGeom>
            <a:solidFill>
              <a:schemeClr val="accent6">
                <a:lumMod val="5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>
                <a:solidFill>
                  <a:schemeClr val="tx1"/>
                </a:solidFill>
              </a:endParaRP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A44F747-2BD9-4F1D-A50A-BD78E062A7FD}"/>
                </a:ext>
              </a:extLst>
            </p:cNvPr>
            <p:cNvGrpSpPr/>
            <p:nvPr/>
          </p:nvGrpSpPr>
          <p:grpSpPr>
            <a:xfrm>
              <a:off x="-1885849" y="1158407"/>
              <a:ext cx="3771697" cy="3922082"/>
              <a:chOff x="-1854807" y="1164951"/>
              <a:chExt cx="3771697" cy="3922082"/>
            </a:xfrm>
          </p:grpSpPr>
          <p:pic>
            <p:nvPicPr>
              <p:cNvPr id="15" name="Graphic 14" descr="User">
                <a:extLst>
                  <a:ext uri="{FF2B5EF4-FFF2-40B4-BE49-F238E27FC236}">
                    <a16:creationId xmlns:a16="http://schemas.microsoft.com/office/drawing/2014/main" id="{6D4AEC7D-8DE2-4E49-8D35-64C9AE712F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0913036">
                <a:off x="1002490" y="1872631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6" name="Graphic 15" descr="Bullseye">
                <a:extLst>
                  <a:ext uri="{FF2B5EF4-FFF2-40B4-BE49-F238E27FC236}">
                    <a16:creationId xmlns:a16="http://schemas.microsoft.com/office/drawing/2014/main" id="{E1846663-FAB2-453D-A0C7-E1E2AB52D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 rot="10913036">
                <a:off x="-349379" y="4172633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7" name="Graphic 16" descr="Brain in head">
                <a:extLst>
                  <a:ext uri="{FF2B5EF4-FFF2-40B4-BE49-F238E27FC236}">
                    <a16:creationId xmlns:a16="http://schemas.microsoft.com/office/drawing/2014/main" id="{D164B257-2A73-4863-9014-57E30C772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10913036">
                <a:off x="986021" y="336260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8" name="Graphic 17" descr="Classroom">
                <a:extLst>
                  <a:ext uri="{FF2B5EF4-FFF2-40B4-BE49-F238E27FC236}">
                    <a16:creationId xmlns:a16="http://schemas.microsoft.com/office/drawing/2014/main" id="{F3789FD5-5F64-4222-9053-D2536A13C4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 rot="10913036">
                <a:off x="-1662721" y="3533529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9" name="Graphic 18" descr="Open book">
                <a:extLst>
                  <a:ext uri="{FF2B5EF4-FFF2-40B4-BE49-F238E27FC236}">
                    <a16:creationId xmlns:a16="http://schemas.microsoft.com/office/drawing/2014/main" id="{CD14CC72-5B7E-40AA-9F8C-B4B57283B7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 rot="10913036">
                <a:off x="-1854807" y="2079351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0" name="Graphic 19" descr="Game controller">
                <a:extLst>
                  <a:ext uri="{FF2B5EF4-FFF2-40B4-BE49-F238E27FC236}">
                    <a16:creationId xmlns:a16="http://schemas.microsoft.com/office/drawing/2014/main" id="{CF85F916-7D0B-4E79-B888-1A8F10AF38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 rot="10913036">
                <a:off x="-476493" y="1164951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75CABDA-9A1A-4DB7-B5E8-9406F88854DC}"/>
              </a:ext>
            </a:extLst>
          </p:cNvPr>
          <p:cNvGrpSpPr/>
          <p:nvPr/>
        </p:nvGrpSpPr>
        <p:grpSpPr>
          <a:xfrm rot="10800000">
            <a:off x="10100891" y="1290716"/>
            <a:ext cx="4182218" cy="4151736"/>
            <a:chOff x="10100891" y="1055831"/>
            <a:chExt cx="4182218" cy="4151736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0F8D401B-520A-437C-82BD-523FB5F0C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100891" y="1055831"/>
              <a:ext cx="4182218" cy="4151736"/>
            </a:xfrm>
            <a:prstGeom prst="rect">
              <a:avLst/>
            </a:prstGeom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45DCD4A-98FC-4BF2-83CD-6684B9D1DA63}"/>
                </a:ext>
              </a:extLst>
            </p:cNvPr>
            <p:cNvGrpSpPr/>
            <p:nvPr/>
          </p:nvGrpSpPr>
          <p:grpSpPr>
            <a:xfrm>
              <a:off x="10327950" y="1055831"/>
              <a:ext cx="3728100" cy="4085592"/>
              <a:chOff x="10302480" y="1111517"/>
              <a:chExt cx="3728100" cy="4085592"/>
            </a:xfrm>
          </p:grpSpPr>
          <p:pic>
            <p:nvPicPr>
              <p:cNvPr id="25" name="Graphic 24" descr="Graduation cap">
                <a:extLst>
                  <a:ext uri="{FF2B5EF4-FFF2-40B4-BE49-F238E27FC236}">
                    <a16:creationId xmlns:a16="http://schemas.microsoft.com/office/drawing/2014/main" id="{47A3A331-A598-4931-AB10-5F5DF8DD5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 rot="10800000">
                <a:off x="10330729" y="3460484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6" name="Graphic 25" descr="Muscular arm">
                <a:extLst>
                  <a:ext uri="{FF2B5EF4-FFF2-40B4-BE49-F238E27FC236}">
                    <a16:creationId xmlns:a16="http://schemas.microsoft.com/office/drawing/2014/main" id="{B18BD1ED-1742-4576-A4F6-3753204D4C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 rot="10800000">
                <a:off x="10302480" y="20259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7" name="Graphic 26" descr="Man with kid">
                <a:extLst>
                  <a:ext uri="{FF2B5EF4-FFF2-40B4-BE49-F238E27FC236}">
                    <a16:creationId xmlns:a16="http://schemas.microsoft.com/office/drawing/2014/main" id="{92217F2D-78DA-4818-8D14-7EF4B09B2D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p:blipFill>
            <p:spPr>
              <a:xfrm rot="10800000">
                <a:off x="11757775" y="11115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8" name="Graphic 27" descr="Computer">
                <a:extLst>
                  <a:ext uri="{FF2B5EF4-FFF2-40B4-BE49-F238E27FC236}">
                    <a16:creationId xmlns:a16="http://schemas.microsoft.com/office/drawing/2014/main" id="{32F3764A-31F2-4923-8CAA-0F88B6AF8D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p:blipFill>
            <p:spPr>
              <a:xfrm rot="10800000">
                <a:off x="13116180" y="20259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9" name="Graphic 28" descr="Processor">
                <a:extLst>
                  <a:ext uri="{FF2B5EF4-FFF2-40B4-BE49-F238E27FC236}">
                    <a16:creationId xmlns:a16="http://schemas.microsoft.com/office/drawing/2014/main" id="{696369FB-8DFF-4BB3-82D3-7D97BAE88A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 rot="10800000">
                <a:off x="13116180" y="3498606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30" name="Graphic 29" descr="Chat bubble">
                <a:extLst>
                  <a:ext uri="{FF2B5EF4-FFF2-40B4-BE49-F238E27FC236}">
                    <a16:creationId xmlns:a16="http://schemas.microsoft.com/office/drawing/2014/main" id="{14478FF5-4632-4E06-B17F-C09E6227D5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p:blipFill>
            <p:spPr>
              <a:xfrm rot="10800000">
                <a:off x="11757775" y="4282709"/>
                <a:ext cx="914400" cy="9144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4067353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Date Placeholder 49">
            <a:extLst>
              <a:ext uri="{FF2B5EF4-FFF2-40B4-BE49-F238E27FC236}">
                <a16:creationId xmlns:a16="http://schemas.microsoft.com/office/drawing/2014/main" id="{7E65F3A8-79E4-47E5-AD4E-1525EB7A4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51" name="Footer Placeholder 50">
            <a:extLst>
              <a:ext uri="{FF2B5EF4-FFF2-40B4-BE49-F238E27FC236}">
                <a16:creationId xmlns:a16="http://schemas.microsoft.com/office/drawing/2014/main" id="{C7FBA407-E869-4D2E-9720-8B24089DD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52" name="Slide Number Placeholder 51">
            <a:extLst>
              <a:ext uri="{FF2B5EF4-FFF2-40B4-BE49-F238E27FC236}">
                <a16:creationId xmlns:a16="http://schemas.microsoft.com/office/drawing/2014/main" id="{0850EB47-EEBA-4541-BF8F-FF354327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6</a:t>
            </a:fld>
            <a:endParaRPr lang="en-PK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7A02864-23C4-4703-BB3A-3461BC87C13D}"/>
              </a:ext>
            </a:extLst>
          </p:cNvPr>
          <p:cNvCxnSpPr/>
          <p:nvPr/>
        </p:nvCxnSpPr>
        <p:spPr>
          <a:xfrm>
            <a:off x="2401191" y="524229"/>
            <a:ext cx="0" cy="5791200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Picture 46">
            <a:extLst>
              <a:ext uri="{FF2B5EF4-FFF2-40B4-BE49-F238E27FC236}">
                <a16:creationId xmlns:a16="http://schemas.microsoft.com/office/drawing/2014/main" id="{12AE84ED-14D5-491B-B321-01DA6D7A7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3606" y="534165"/>
            <a:ext cx="54869" cy="5822185"/>
          </a:xfrm>
          <a:prstGeom prst="rect">
            <a:avLst/>
          </a:prstGeom>
        </p:spPr>
      </p:pic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D8288FD-D2C7-4BBB-B7E6-7C139B5AB103}"/>
              </a:ext>
            </a:extLst>
          </p:cNvPr>
          <p:cNvCxnSpPr>
            <a:cxnSpLocks/>
          </p:cNvCxnSpPr>
          <p:nvPr/>
        </p:nvCxnSpPr>
        <p:spPr>
          <a:xfrm>
            <a:off x="2540962" y="3123467"/>
            <a:ext cx="7117388" cy="0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4D763D00-CEA3-4708-889A-01186E51B75A}"/>
              </a:ext>
            </a:extLst>
          </p:cNvPr>
          <p:cNvSpPr txBox="1"/>
          <p:nvPr/>
        </p:nvSpPr>
        <p:spPr>
          <a:xfrm>
            <a:off x="2603077" y="534165"/>
            <a:ext cx="27432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HOBBIES</a:t>
            </a:r>
            <a:endParaRPr lang="en-PK" sz="23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5EB1670-12EC-4395-A25C-E596CAD47179}"/>
              </a:ext>
            </a:extLst>
          </p:cNvPr>
          <p:cNvSpPr txBox="1"/>
          <p:nvPr/>
        </p:nvSpPr>
        <p:spPr>
          <a:xfrm>
            <a:off x="2603077" y="920783"/>
            <a:ext cx="4974321" cy="1711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READING PERSONAL FINANCE AND SELF IMPROVEMENT BOOKS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EXPERIMENTING NEW SOFTWARES  WHICH HELP ME IMPROVE MY TECHNICAL SKILLS</a:t>
            </a:r>
            <a:endParaRPr lang="en-PK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F065E0-4BA7-4BD3-8F45-342C254F0E10}"/>
              </a:ext>
            </a:extLst>
          </p:cNvPr>
          <p:cNvSpPr txBox="1"/>
          <p:nvPr/>
        </p:nvSpPr>
        <p:spPr>
          <a:xfrm>
            <a:off x="2603077" y="3358352"/>
            <a:ext cx="411479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INTEREST</a:t>
            </a:r>
            <a:endParaRPr lang="en-PK" sz="23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7AF8EB2-0387-4B2F-BB95-A27924AF89AC}"/>
              </a:ext>
            </a:extLst>
          </p:cNvPr>
          <p:cNvSpPr txBox="1"/>
          <p:nvPr/>
        </p:nvSpPr>
        <p:spPr>
          <a:xfrm>
            <a:off x="2637732" y="3765073"/>
            <a:ext cx="4974332" cy="2542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STRONG INTEREST IN GAME DEVELOPMENT WITH A FOCUS ON CREATIVITY AND INNOVATION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PASSIONATE ABOUT LEARNING NEW TECHNOLOGIES AND TECHNIQUES TO BUILD ENGAGING GAMES</a:t>
            </a:r>
            <a:endParaRPr lang="en-PK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FE386E0-A96F-4081-B3D5-305E91C66631}"/>
              </a:ext>
            </a:extLst>
          </p:cNvPr>
          <p:cNvGrpSpPr/>
          <p:nvPr/>
        </p:nvGrpSpPr>
        <p:grpSpPr>
          <a:xfrm rot="7067188">
            <a:off x="10100891" y="1290716"/>
            <a:ext cx="4182218" cy="4151736"/>
            <a:chOff x="10100891" y="1055831"/>
            <a:chExt cx="4182218" cy="415173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9249450-0290-4258-AC89-D8E3251AB0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00891" y="1055831"/>
              <a:ext cx="4182218" cy="4151736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FD92F7C-BD78-400B-8AAC-DB0B0EC65C3F}"/>
                </a:ext>
              </a:extLst>
            </p:cNvPr>
            <p:cNvGrpSpPr/>
            <p:nvPr/>
          </p:nvGrpSpPr>
          <p:grpSpPr>
            <a:xfrm>
              <a:off x="10327950" y="1055831"/>
              <a:ext cx="3728100" cy="4085592"/>
              <a:chOff x="10302480" y="1111517"/>
              <a:chExt cx="3728100" cy="4085592"/>
            </a:xfrm>
          </p:grpSpPr>
          <p:pic>
            <p:nvPicPr>
              <p:cNvPr id="15" name="Graphic 14" descr="Graduation cap">
                <a:extLst>
                  <a:ext uri="{FF2B5EF4-FFF2-40B4-BE49-F238E27FC236}">
                    <a16:creationId xmlns:a16="http://schemas.microsoft.com/office/drawing/2014/main" id="{34232AB7-87EC-4792-8240-CC70491213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rot="14532812">
                <a:off x="10330729" y="3460485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6" name="Graphic 15" descr="Muscular arm">
                <a:extLst>
                  <a:ext uri="{FF2B5EF4-FFF2-40B4-BE49-F238E27FC236}">
                    <a16:creationId xmlns:a16="http://schemas.microsoft.com/office/drawing/2014/main" id="{3DCBD5E0-A80D-4589-8AD7-0FC55BFE73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 rot="14532812">
                <a:off x="10302480" y="20259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7" name="Graphic 16" descr="Man with kid">
                <a:extLst>
                  <a:ext uri="{FF2B5EF4-FFF2-40B4-BE49-F238E27FC236}">
                    <a16:creationId xmlns:a16="http://schemas.microsoft.com/office/drawing/2014/main" id="{A9712BBE-C8EB-4B95-B2FB-7ABE49FB98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rot="14532812">
                <a:off x="11757775" y="11115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8" name="Graphic 17" descr="Computer">
                <a:extLst>
                  <a:ext uri="{FF2B5EF4-FFF2-40B4-BE49-F238E27FC236}">
                    <a16:creationId xmlns:a16="http://schemas.microsoft.com/office/drawing/2014/main" id="{4A0D000F-920F-4D7D-ADAF-1A96856D04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 rot="14532812">
                <a:off x="13116180" y="20259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9" name="Graphic 18" descr="Processor">
                <a:extLst>
                  <a:ext uri="{FF2B5EF4-FFF2-40B4-BE49-F238E27FC236}">
                    <a16:creationId xmlns:a16="http://schemas.microsoft.com/office/drawing/2014/main" id="{65B060C9-17C9-429D-866E-1E5AFCABA6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 rot="14532812">
                <a:off x="13116180" y="3498606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0" name="Graphic 19" descr="Chat bubble">
                <a:extLst>
                  <a:ext uri="{FF2B5EF4-FFF2-40B4-BE49-F238E27FC236}">
                    <a16:creationId xmlns:a16="http://schemas.microsoft.com/office/drawing/2014/main" id="{D49FE66A-1EE2-4542-BA8B-EB4D08368D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 rot="14532812">
                <a:off x="11757775" y="4282709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D42C866-1D74-4E68-BBF9-074B49BF744A}"/>
              </a:ext>
            </a:extLst>
          </p:cNvPr>
          <p:cNvGrpSpPr/>
          <p:nvPr/>
        </p:nvGrpSpPr>
        <p:grpSpPr>
          <a:xfrm rot="7264261">
            <a:off x="-2083212" y="1290716"/>
            <a:ext cx="4166423" cy="4135271"/>
            <a:chOff x="-2083212" y="1055831"/>
            <a:chExt cx="4166423" cy="4135271"/>
          </a:xfrm>
        </p:grpSpPr>
        <p:sp>
          <p:nvSpPr>
            <p:cNvPr id="22" name="Circle: Hollow 21">
              <a:extLst>
                <a:ext uri="{FF2B5EF4-FFF2-40B4-BE49-F238E27FC236}">
                  <a16:creationId xmlns:a16="http://schemas.microsoft.com/office/drawing/2014/main" id="{13447945-9CB8-414A-903A-2ABBAF4945E2}"/>
                </a:ext>
              </a:extLst>
            </p:cNvPr>
            <p:cNvSpPr/>
            <p:nvPr/>
          </p:nvSpPr>
          <p:spPr>
            <a:xfrm>
              <a:off x="-2083212" y="1055831"/>
              <a:ext cx="4166423" cy="4135271"/>
            </a:xfrm>
            <a:prstGeom prst="donut">
              <a:avLst>
                <a:gd name="adj" fmla="val 26322"/>
              </a:avLst>
            </a:prstGeom>
            <a:solidFill>
              <a:schemeClr val="accent6">
                <a:lumMod val="5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>
                <a:solidFill>
                  <a:schemeClr val="tx1"/>
                </a:solidFill>
              </a:endParaRP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C02CB0F0-6DF2-41CB-BC56-DF5934ECA727}"/>
                </a:ext>
              </a:extLst>
            </p:cNvPr>
            <p:cNvGrpSpPr/>
            <p:nvPr/>
          </p:nvGrpSpPr>
          <p:grpSpPr>
            <a:xfrm>
              <a:off x="-1885849" y="1158407"/>
              <a:ext cx="3771697" cy="3922082"/>
              <a:chOff x="-1854807" y="1164951"/>
              <a:chExt cx="3771697" cy="3922082"/>
            </a:xfrm>
          </p:grpSpPr>
          <p:pic>
            <p:nvPicPr>
              <p:cNvPr id="24" name="Graphic 23" descr="User">
                <a:extLst>
                  <a:ext uri="{FF2B5EF4-FFF2-40B4-BE49-F238E27FC236}">
                    <a16:creationId xmlns:a16="http://schemas.microsoft.com/office/drawing/2014/main" id="{F1944A24-EADD-4796-B97B-10E21B7630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 rot="14335739">
                <a:off x="1002490" y="1872631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5" name="Graphic 24" descr="Bullseye">
                <a:extLst>
                  <a:ext uri="{FF2B5EF4-FFF2-40B4-BE49-F238E27FC236}">
                    <a16:creationId xmlns:a16="http://schemas.microsoft.com/office/drawing/2014/main" id="{97A02976-7AB3-48CD-8966-3AFB6EE8A3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 rot="14335739">
                <a:off x="-349379" y="4172633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6" name="Graphic 25" descr="Brain in head">
                <a:extLst>
                  <a:ext uri="{FF2B5EF4-FFF2-40B4-BE49-F238E27FC236}">
                    <a16:creationId xmlns:a16="http://schemas.microsoft.com/office/drawing/2014/main" id="{A04CA9F7-D514-496B-B4DA-59FFABF66B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p:blipFill>
            <p:spPr>
              <a:xfrm rot="14335739">
                <a:off x="986021" y="336260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7" name="Graphic 26" descr="Classroom">
                <a:extLst>
                  <a:ext uri="{FF2B5EF4-FFF2-40B4-BE49-F238E27FC236}">
                    <a16:creationId xmlns:a16="http://schemas.microsoft.com/office/drawing/2014/main" id="{4C575E6F-F6F3-4FBF-9E21-7B64850B76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p:blipFill>
            <p:spPr>
              <a:xfrm rot="14335739">
                <a:off x="-1662721" y="3533529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8" name="Graphic 27" descr="Open book">
                <a:extLst>
                  <a:ext uri="{FF2B5EF4-FFF2-40B4-BE49-F238E27FC236}">
                    <a16:creationId xmlns:a16="http://schemas.microsoft.com/office/drawing/2014/main" id="{6B065BEB-10CA-4E36-9EDB-638CA0D2FB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 rot="14335739">
                <a:off x="-1854807" y="2079351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9" name="Graphic 28" descr="Game controller">
                <a:extLst>
                  <a:ext uri="{FF2B5EF4-FFF2-40B4-BE49-F238E27FC236}">
                    <a16:creationId xmlns:a16="http://schemas.microsoft.com/office/drawing/2014/main" id="{AE740E4B-F945-4DE8-AD49-E24F0C9639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p:blipFill>
            <p:spPr>
              <a:xfrm rot="14335739">
                <a:off x="-476492" y="1164951"/>
                <a:ext cx="914400" cy="9144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1797801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Date Placeholder 49">
            <a:extLst>
              <a:ext uri="{FF2B5EF4-FFF2-40B4-BE49-F238E27FC236}">
                <a16:creationId xmlns:a16="http://schemas.microsoft.com/office/drawing/2014/main" id="{7E65F3A8-79E4-47E5-AD4E-1525EB7A4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PK"/>
              <a:t>26/09/2025</a:t>
            </a:r>
          </a:p>
        </p:txBody>
      </p:sp>
      <p:sp>
        <p:nvSpPr>
          <p:cNvPr id="51" name="Footer Placeholder 50">
            <a:extLst>
              <a:ext uri="{FF2B5EF4-FFF2-40B4-BE49-F238E27FC236}">
                <a16:creationId xmlns:a16="http://schemas.microsoft.com/office/drawing/2014/main" id="{C7FBA407-E869-4D2E-9720-8B24089DD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FINAL PROJECT</a:t>
            </a:r>
            <a:endParaRPr lang="en-PK"/>
          </a:p>
        </p:txBody>
      </p:sp>
      <p:sp>
        <p:nvSpPr>
          <p:cNvPr id="52" name="Slide Number Placeholder 51">
            <a:extLst>
              <a:ext uri="{FF2B5EF4-FFF2-40B4-BE49-F238E27FC236}">
                <a16:creationId xmlns:a16="http://schemas.microsoft.com/office/drawing/2014/main" id="{0850EB47-EEBA-4541-BF8F-FF354327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5DF732-4693-425C-913D-3C08618860AF}" type="slidenum">
              <a:rPr lang="en-PK" smtClean="0"/>
              <a:t>7</a:t>
            </a:fld>
            <a:endParaRPr lang="en-PK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05CD26-06D8-4FCE-9C81-CCD4440B7996}"/>
              </a:ext>
            </a:extLst>
          </p:cNvPr>
          <p:cNvSpPr txBox="1"/>
          <p:nvPr/>
        </p:nvSpPr>
        <p:spPr>
          <a:xfrm>
            <a:off x="4367087" y="5879296"/>
            <a:ext cx="41147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“THANK YOU VERY MUCH”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441AF61-B8AC-4127-AC50-C4045896D8F7}"/>
              </a:ext>
            </a:extLst>
          </p:cNvPr>
          <p:cNvCxnSpPr/>
          <p:nvPr/>
        </p:nvCxnSpPr>
        <p:spPr>
          <a:xfrm>
            <a:off x="2401191" y="524229"/>
            <a:ext cx="0" cy="5791200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B507921F-8787-4891-885F-50ABFBEFC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3606" y="534165"/>
            <a:ext cx="54869" cy="5822185"/>
          </a:xfrm>
          <a:prstGeom prst="rect">
            <a:avLst/>
          </a:prstGeom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533EEFC-D641-4E83-8B83-28F0E9046C19}"/>
              </a:ext>
            </a:extLst>
          </p:cNvPr>
          <p:cNvCxnSpPr>
            <a:cxnSpLocks/>
          </p:cNvCxnSpPr>
          <p:nvPr/>
        </p:nvCxnSpPr>
        <p:spPr>
          <a:xfrm>
            <a:off x="2540962" y="3123467"/>
            <a:ext cx="7117388" cy="0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09F16144-F840-4789-838E-400CC008E246}"/>
              </a:ext>
            </a:extLst>
          </p:cNvPr>
          <p:cNvSpPr txBox="1"/>
          <p:nvPr/>
        </p:nvSpPr>
        <p:spPr>
          <a:xfrm>
            <a:off x="2603077" y="534165"/>
            <a:ext cx="27432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FUNFACT</a:t>
            </a:r>
            <a:endParaRPr lang="en-PK" sz="23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6CA49A8-F58E-411D-86A4-83B14322FF84}"/>
              </a:ext>
            </a:extLst>
          </p:cNvPr>
          <p:cNvSpPr txBox="1"/>
          <p:nvPr/>
        </p:nvSpPr>
        <p:spPr>
          <a:xfrm>
            <a:off x="2603077" y="920783"/>
            <a:ext cx="4974321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WHENEVER I FELL STRESSED I STARTED PLAYING GAMES WHICH </a:t>
            </a:r>
            <a:r>
              <a:rPr lang="en-US" b="1">
                <a:solidFill>
                  <a:schemeClr val="accent6">
                    <a:lumMod val="50000"/>
                  </a:schemeClr>
                </a:solidFill>
              </a:rPr>
              <a:t>GRADUALLY BRING ME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BACK TO NORMAL.</a:t>
            </a:r>
            <a:endParaRPr lang="en-PK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5F09B0-2120-485D-A0A3-5CFBB6FDD424}"/>
              </a:ext>
            </a:extLst>
          </p:cNvPr>
          <p:cNvSpPr txBox="1"/>
          <p:nvPr/>
        </p:nvSpPr>
        <p:spPr>
          <a:xfrm>
            <a:off x="2603077" y="3358352"/>
            <a:ext cx="411479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CLOSING MESSAGE</a:t>
            </a:r>
            <a:endParaRPr lang="en-PK" sz="23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A73C327-941F-4B56-B5EA-466637E760AD}"/>
              </a:ext>
            </a:extLst>
          </p:cNvPr>
          <p:cNvSpPr txBox="1"/>
          <p:nvPr/>
        </p:nvSpPr>
        <p:spPr>
          <a:xfrm>
            <a:off x="2637732" y="3765073"/>
            <a:ext cx="4974332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CLOSING MESSAGE IS THE SAME I IPLEMENT IN MY LIFE IS “NEVER GIVE UP BECAUSE GREAT THINGS TAKES TIME”.</a:t>
            </a:r>
            <a:endParaRPr lang="en-PK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BD83E3B-CBD0-4F58-912C-CE532203F2C8}"/>
              </a:ext>
            </a:extLst>
          </p:cNvPr>
          <p:cNvGrpSpPr/>
          <p:nvPr/>
        </p:nvGrpSpPr>
        <p:grpSpPr>
          <a:xfrm rot="3780021">
            <a:off x="-2083212" y="1290716"/>
            <a:ext cx="4166423" cy="4135271"/>
            <a:chOff x="-2083212" y="1055831"/>
            <a:chExt cx="4166423" cy="4135271"/>
          </a:xfrm>
        </p:grpSpPr>
        <p:sp>
          <p:nvSpPr>
            <p:cNvPr id="14" name="Circle: Hollow 13">
              <a:extLst>
                <a:ext uri="{FF2B5EF4-FFF2-40B4-BE49-F238E27FC236}">
                  <a16:creationId xmlns:a16="http://schemas.microsoft.com/office/drawing/2014/main" id="{0EDEAA25-2AE2-441B-BBAA-2D6CF2E32069}"/>
                </a:ext>
              </a:extLst>
            </p:cNvPr>
            <p:cNvSpPr/>
            <p:nvPr/>
          </p:nvSpPr>
          <p:spPr>
            <a:xfrm>
              <a:off x="-2083212" y="1055831"/>
              <a:ext cx="4166423" cy="4135271"/>
            </a:xfrm>
            <a:prstGeom prst="donut">
              <a:avLst>
                <a:gd name="adj" fmla="val 26322"/>
              </a:avLst>
            </a:prstGeom>
            <a:solidFill>
              <a:schemeClr val="accent6">
                <a:lumMod val="5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>
                <a:solidFill>
                  <a:schemeClr val="tx1"/>
                </a:solidFill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82FFED4-0FA0-48BC-8E78-C0E30D61E6EB}"/>
                </a:ext>
              </a:extLst>
            </p:cNvPr>
            <p:cNvGrpSpPr/>
            <p:nvPr/>
          </p:nvGrpSpPr>
          <p:grpSpPr>
            <a:xfrm>
              <a:off x="-1885849" y="1158407"/>
              <a:ext cx="3771697" cy="3922082"/>
              <a:chOff x="-1854807" y="1164951"/>
              <a:chExt cx="3771697" cy="3922082"/>
            </a:xfrm>
          </p:grpSpPr>
          <p:pic>
            <p:nvPicPr>
              <p:cNvPr id="16" name="Graphic 15" descr="User">
                <a:extLst>
                  <a:ext uri="{FF2B5EF4-FFF2-40B4-BE49-F238E27FC236}">
                    <a16:creationId xmlns:a16="http://schemas.microsoft.com/office/drawing/2014/main" id="{8014FCE1-0442-4365-8950-3183846059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7819979">
                <a:off x="1002490" y="1872631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7" name="Graphic 16" descr="Bullseye">
                <a:extLst>
                  <a:ext uri="{FF2B5EF4-FFF2-40B4-BE49-F238E27FC236}">
                    <a16:creationId xmlns:a16="http://schemas.microsoft.com/office/drawing/2014/main" id="{8351DEDA-814B-42D9-8E92-C2085B31E2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 rot="17819979">
                <a:off x="-349379" y="4172633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8" name="Graphic 17" descr="Brain in head">
                <a:extLst>
                  <a:ext uri="{FF2B5EF4-FFF2-40B4-BE49-F238E27FC236}">
                    <a16:creationId xmlns:a16="http://schemas.microsoft.com/office/drawing/2014/main" id="{01FFFA64-4D5C-4368-A5A4-D60F03A95D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17819979">
                <a:off x="986021" y="336260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9" name="Graphic 18" descr="Classroom">
                <a:extLst>
                  <a:ext uri="{FF2B5EF4-FFF2-40B4-BE49-F238E27FC236}">
                    <a16:creationId xmlns:a16="http://schemas.microsoft.com/office/drawing/2014/main" id="{E660ABAA-0D0C-4156-8155-DCB790425F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 rot="17819979">
                <a:off x="-1662721" y="3533529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0" name="Graphic 19" descr="Open book">
                <a:extLst>
                  <a:ext uri="{FF2B5EF4-FFF2-40B4-BE49-F238E27FC236}">
                    <a16:creationId xmlns:a16="http://schemas.microsoft.com/office/drawing/2014/main" id="{20597349-2D3B-49F0-A957-3151FD6130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 rot="17819979">
                <a:off x="-1854807" y="2079351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1" name="Graphic 20" descr="Game controller">
                <a:extLst>
                  <a:ext uri="{FF2B5EF4-FFF2-40B4-BE49-F238E27FC236}">
                    <a16:creationId xmlns:a16="http://schemas.microsoft.com/office/drawing/2014/main" id="{78767B89-3528-4597-AAA0-39C004D12F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 rot="17819979">
                <a:off x="-476492" y="1164951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DE30935-0626-4ED0-8037-164C914D5DDB}"/>
              </a:ext>
            </a:extLst>
          </p:cNvPr>
          <p:cNvGrpSpPr/>
          <p:nvPr/>
        </p:nvGrpSpPr>
        <p:grpSpPr>
          <a:xfrm rot="3420069">
            <a:off x="10100891" y="1290716"/>
            <a:ext cx="4182218" cy="4151736"/>
            <a:chOff x="10100891" y="1055831"/>
            <a:chExt cx="4182218" cy="4151736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3137EFC-13EA-4CBE-BF47-1A3DE92C5C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100891" y="1055831"/>
              <a:ext cx="4182218" cy="4151736"/>
            </a:xfrm>
            <a:prstGeom prst="rect">
              <a:avLst/>
            </a:prstGeom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B517E8E-BAC0-4CC5-86B8-2307AA06E15E}"/>
                </a:ext>
              </a:extLst>
            </p:cNvPr>
            <p:cNvGrpSpPr/>
            <p:nvPr/>
          </p:nvGrpSpPr>
          <p:grpSpPr>
            <a:xfrm>
              <a:off x="10327950" y="1055831"/>
              <a:ext cx="3728100" cy="4085592"/>
              <a:chOff x="10302480" y="1111517"/>
              <a:chExt cx="3728100" cy="4085592"/>
            </a:xfrm>
          </p:grpSpPr>
          <p:pic>
            <p:nvPicPr>
              <p:cNvPr id="25" name="Graphic 24" descr="Graduation cap">
                <a:extLst>
                  <a:ext uri="{FF2B5EF4-FFF2-40B4-BE49-F238E27FC236}">
                    <a16:creationId xmlns:a16="http://schemas.microsoft.com/office/drawing/2014/main" id="{AE0EDA79-3BB7-48B0-8702-5FCB45176D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 rot="18179931">
                <a:off x="10330729" y="3460485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6" name="Graphic 25" descr="Muscular arm">
                <a:extLst>
                  <a:ext uri="{FF2B5EF4-FFF2-40B4-BE49-F238E27FC236}">
                    <a16:creationId xmlns:a16="http://schemas.microsoft.com/office/drawing/2014/main" id="{C4038BFD-4FDF-4404-8914-EF9B4FFA3A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 rot="18179931">
                <a:off x="10302480" y="20259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7" name="Graphic 26" descr="Man with kid">
                <a:extLst>
                  <a:ext uri="{FF2B5EF4-FFF2-40B4-BE49-F238E27FC236}">
                    <a16:creationId xmlns:a16="http://schemas.microsoft.com/office/drawing/2014/main" id="{014198FE-E63C-4864-A2A4-C6D327D3BD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p:blipFill>
            <p:spPr>
              <a:xfrm rot="18179931">
                <a:off x="11757775" y="11115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8" name="Graphic 27" descr="Computer">
                <a:extLst>
                  <a:ext uri="{FF2B5EF4-FFF2-40B4-BE49-F238E27FC236}">
                    <a16:creationId xmlns:a16="http://schemas.microsoft.com/office/drawing/2014/main" id="{5CBB73BE-D82F-464D-9316-4A94DEDD49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tretch>
                <a:fillRect/>
              </a:stretch>
            </p:blipFill>
            <p:spPr>
              <a:xfrm rot="18179931">
                <a:off x="13116180" y="202591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9" name="Graphic 28" descr="Processor">
                <a:extLst>
                  <a:ext uri="{FF2B5EF4-FFF2-40B4-BE49-F238E27FC236}">
                    <a16:creationId xmlns:a16="http://schemas.microsoft.com/office/drawing/2014/main" id="{B62228C2-7976-46D7-A88E-BE0C61039B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 rot="18179931">
                <a:off x="13116180" y="3498606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30" name="Graphic 29" descr="Chat bubble">
                <a:extLst>
                  <a:ext uri="{FF2B5EF4-FFF2-40B4-BE49-F238E27FC236}">
                    <a16:creationId xmlns:a16="http://schemas.microsoft.com/office/drawing/2014/main" id="{D8586241-4577-44BD-B21B-94E967B103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7"/>
                  </a:ext>
                </a:extLst>
              </a:blip>
              <a:stretch>
                <a:fillRect/>
              </a:stretch>
            </p:blipFill>
            <p:spPr>
              <a:xfrm rot="18179931">
                <a:off x="11757775" y="4282709"/>
                <a:ext cx="914400" cy="9144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945204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2000">
        <p159:morph option="byObject"/>
      </p:transition>
    </mc:Choice>
    <mc:Fallback>
      <p:transition spd="slow" advTm="2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1353</TotalTime>
  <Words>274</Words>
  <Application>Microsoft Office PowerPoint</Application>
  <PresentationFormat>Widescreen</PresentationFormat>
  <Paragraphs>65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ABOUT ME..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burhan ahmed</dc:creator>
  <cp:lastModifiedBy>burhan ahmed</cp:lastModifiedBy>
  <cp:revision>47</cp:revision>
  <dcterms:created xsi:type="dcterms:W3CDTF">2025-09-25T23:16:21Z</dcterms:created>
  <dcterms:modified xsi:type="dcterms:W3CDTF">2025-10-07T20:24:33Z</dcterms:modified>
</cp:coreProperties>
</file>