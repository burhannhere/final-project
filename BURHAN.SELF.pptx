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77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FC17B-D35C-48CA-92F9-3CC2254DFD12}" type="datetimeFigureOut">
              <a:rPr lang="en-PK" smtClean="0"/>
              <a:t>28/09/2025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9FCB1-5463-496E-ADF4-D28862F70E1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1895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07B7-0B4F-4373-9693-A87C5F48E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13CE2-D081-41DB-999E-F47AA63B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496F-0A8C-42BA-BC57-FB779259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32D60-5735-42DA-8CDA-66B94785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E6CDC-F5EC-4C40-80B5-F23097C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233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7701-357E-467F-BB4A-E48CBA83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53F1-9A2A-473E-BE34-037825D2B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2CD1-C672-4F91-9CBB-0E9BA95A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1AF4D-D393-45CC-83AD-E8F0B4C0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ED201-DEC0-44AB-8FC8-517052ED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1932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1786-2CFC-43B0-9374-77CE9F14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208A8-C523-45DB-88FF-FAA29327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6B582-F96A-4F3B-B016-13FFA025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BF134-921A-491B-B607-A8D2F943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F61C4-9598-449A-A889-FD513618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5052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F137-44FC-450C-BBF9-C60EAF64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CBF52-8D31-4A5A-8A02-5D930B8B7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38F52-1F61-48F4-95AE-AB3AE168E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8BF0B-890E-4477-8B88-FAF050360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B9CAD-1258-45D3-9F68-C6DEC08E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71318-2B86-4832-9BC0-E98B0576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999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4EEC-CE98-427A-B126-0C028E5F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F1B46-59FA-49A8-B752-45085717C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47703-DA77-4CAA-8A06-861305CF8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D0D0E-AE5D-45D0-BB3F-CCE2EB34F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878E8-9021-4BE1-A98A-B6BD2BBB6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530FB-3622-4D4E-A732-5AEC7C25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A3675B-913A-4B3D-B395-ED9C428A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81898-60AD-4C0F-A5E8-24EB579E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04588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E6A9-28D4-4765-8A6D-057AB045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5F29B-714A-4DE3-ACA1-9C4183E9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315EE-A6C2-4BB8-89CA-BD3E2041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91D0C-DEF3-4BFE-A76A-7ACF6779E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2968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A8343-6F72-4E99-9A24-9BB432DB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88E9A-DC11-4488-9EDA-1E99BC3C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873C2-D36D-49D6-AECE-4FAE6AFA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5210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7F5B-0B87-4640-961A-A683314F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3C55-2191-4001-8529-C5452166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BC60D-2BFB-4653-9B97-1F4E38F5B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A89C9-0E7C-4677-8835-D1A9C7BC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39309-107E-4E29-98A3-3AA6D15F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56B3B-D85C-42E4-A830-BADA4504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9413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191B-A17C-4510-88AC-EB6A0D85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FD0AD-DDBB-40D1-943D-C41AB00F6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F14C0-49E6-4207-9A26-D52E34169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E2F-D763-4760-A6C3-3FD19CD39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4D101-DBA0-4CB4-900D-36EAA071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A6EDB-39F1-47AA-9BB1-86A91333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721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B726-EA91-46B5-8787-F6DE970D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48382-DF67-4053-8C13-9C14DE824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781AC-FCF6-42AA-B0CC-C3B229E2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816-E5C7-4380-A0B1-4F3FDCE6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1FF5-07E3-4604-94E3-B67440D6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406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1BE52-270B-4BE0-B172-80D89C01C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47FCA-7869-4AFF-86C6-1A2B1BD38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0FA1-7CAB-4DE1-A519-A5C9D7C1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C7DF-916F-42BC-92C9-93478D5B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9975-FD16-4C1A-89A5-0231FC70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93148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36AEB-1AAF-491A-8A1C-22F0C8E5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69475-0855-40C2-B480-80CA9F62C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D8B5-4F74-484C-89E8-4384D18A9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PK"/>
              <a:t>26/09/2025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8033-70F1-49AE-81F4-EDECBA01C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FINAL PROJECT</a:t>
            </a: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4892A-E6BB-430F-8F36-5FC1AEBAC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DF732-4693-425C-913D-3C08618860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233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2F376060-27BC-401A-9A25-0B6AF5E08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724" y="576263"/>
            <a:ext cx="5528552" cy="2852737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ABOUT ME..</a:t>
            </a:r>
            <a:endParaRPr lang="en-PK" sz="5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7752997-F05F-4E1E-A050-0E25F7791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31724" y="3610906"/>
            <a:ext cx="5647823" cy="150018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SELF PRESENTATION</a:t>
            </a:r>
            <a:endParaRPr lang="en-PK" sz="40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1</a:t>
            </a:fld>
            <a:endParaRPr lang="en-PK"/>
          </a:p>
        </p:txBody>
      </p:sp>
      <p:sp>
        <p:nvSpPr>
          <p:cNvPr id="2" name="Wave 1">
            <a:extLst>
              <a:ext uri="{FF2B5EF4-FFF2-40B4-BE49-F238E27FC236}">
                <a16:creationId xmlns:a16="http://schemas.microsoft.com/office/drawing/2014/main" id="{EB3900B7-08AD-4C33-B69A-F809D3218C97}"/>
              </a:ext>
            </a:extLst>
          </p:cNvPr>
          <p:cNvSpPr/>
          <p:nvPr/>
        </p:nvSpPr>
        <p:spPr>
          <a:xfrm rot="2292982">
            <a:off x="7891403" y="227923"/>
            <a:ext cx="5445900" cy="1500187"/>
          </a:xfrm>
          <a:prstGeom prst="wav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2" name="Wave 21">
            <a:extLst>
              <a:ext uri="{FF2B5EF4-FFF2-40B4-BE49-F238E27FC236}">
                <a16:creationId xmlns:a16="http://schemas.microsoft.com/office/drawing/2014/main" id="{C7581956-2576-44DC-AB7B-3866F45A6C5B}"/>
              </a:ext>
            </a:extLst>
          </p:cNvPr>
          <p:cNvSpPr/>
          <p:nvPr/>
        </p:nvSpPr>
        <p:spPr>
          <a:xfrm rot="2292982">
            <a:off x="8033851" y="-173831"/>
            <a:ext cx="5445900" cy="1500187"/>
          </a:xfrm>
          <a:prstGeom prst="wav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AB2A8926-4B25-409D-9ABE-2FB042AA45D0}"/>
              </a:ext>
            </a:extLst>
          </p:cNvPr>
          <p:cNvSpPr/>
          <p:nvPr/>
        </p:nvSpPr>
        <p:spPr>
          <a:xfrm rot="2292982">
            <a:off x="-1287751" y="5367494"/>
            <a:ext cx="5445900" cy="1500187"/>
          </a:xfrm>
          <a:prstGeom prst="wav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E1F903-32B5-4B34-B78E-98B65BD8E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3850" y="4144904"/>
            <a:ext cx="5005250" cy="427366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CC682C7-8B4B-4AF8-82CF-39DD879E8A30}"/>
              </a:ext>
            </a:extLst>
          </p:cNvPr>
          <p:cNvSpPr/>
          <p:nvPr/>
        </p:nvSpPr>
        <p:spPr>
          <a:xfrm>
            <a:off x="-952500" y="-914400"/>
            <a:ext cx="1905000" cy="18288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0" cmpd="sng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30F297-47EA-48BB-B1FF-35BB6317C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928" y="5879507"/>
            <a:ext cx="2030144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15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2</a:t>
            </a:fld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9FC61-B24D-44C8-94E8-FA5E2E5B9FE5}"/>
              </a:ext>
            </a:extLst>
          </p:cNvPr>
          <p:cNvSpPr txBox="1"/>
          <p:nvPr/>
        </p:nvSpPr>
        <p:spPr>
          <a:xfrm>
            <a:off x="2603077" y="534165"/>
            <a:ext cx="2743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48D8D4-FEDA-4023-8CF5-561CFC573C8F}"/>
              </a:ext>
            </a:extLst>
          </p:cNvPr>
          <p:cNvSpPr txBox="1"/>
          <p:nvPr/>
        </p:nvSpPr>
        <p:spPr>
          <a:xfrm>
            <a:off x="2603077" y="920783"/>
            <a:ext cx="497432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MY NAME IS BURHAN AHMED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 AM 20 YEARS OLD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AND FROM KARACHI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1C17D-2313-493D-864B-597683B5D502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9C3AEE-0E63-4597-8D17-B739761B261A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05CD26-06D8-4FCE-9C81-CCD4440B7996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ACADEMIC ACHIVEMENTS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F42E1-2BE4-46BE-B93C-741AB8D80D20}"/>
              </a:ext>
            </a:extLst>
          </p:cNvPr>
          <p:cNvSpPr txBox="1"/>
          <p:nvPr/>
        </p:nvSpPr>
        <p:spPr>
          <a:xfrm>
            <a:off x="2637732" y="3765073"/>
            <a:ext cx="497433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RECENTLY GRADUATED IN COMMERCE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ENROLLED IN BANOQABIL 4.0 IT PROGRAM (AL-KHIDMAT TRUST) 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E0C17A-29DD-41CA-A06A-D46F915DFBB7}"/>
              </a:ext>
            </a:extLst>
          </p:cNvPr>
          <p:cNvGrpSpPr/>
          <p:nvPr/>
        </p:nvGrpSpPr>
        <p:grpSpPr>
          <a:xfrm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BA5C1E3-B37D-4F1C-B0E7-827C135012E9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0D83CD2-F1B7-4A52-836D-B31D51428363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5415CBD-9715-415C-B22E-55C0A5D373DB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8D06958-0279-4B9D-A10D-8ECD54281289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E72F287-AC77-46B9-A4AC-7906137F3483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A6F9073-5E3B-483E-8802-23FF49C62D68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430D07E-C799-4FAC-9EDE-45BA394F3ADB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E08707-934E-4DD0-A93B-406DCA646455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BC5F04-4B9E-4884-B94A-F4D6D64F4123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E308589-4470-4E83-A7F2-2DC72872CC9D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91C3AF-5C18-464B-B0D5-E96D3D152C70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1B3E3C7-AB8D-4B4D-8183-45CD6F11FF12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E791A53-F09A-4946-8D37-BF11724D5587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9E2E11-CF9B-400B-982F-ED1A22F6F1FA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3D47F4A-F18C-47AB-8EB8-7A035C14E643}"/>
              </a:ext>
            </a:extLst>
          </p:cNvPr>
          <p:cNvGrpSpPr/>
          <p:nvPr/>
        </p:nvGrpSpPr>
        <p:grpSpPr>
          <a:xfrm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B5BF511-D1D2-4CA8-B05B-8DC664DC31A0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1AC78EF-E703-4D59-853F-01AF12A7013D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75F0B00-42FD-43B5-AFBE-606C3E8A96F2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FC8CE91-6BD5-4B12-A0D1-EC77D059F7E5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7E26431-A8C8-4BDF-81EF-A3636E76F883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41252BC-6B8C-4B55-89CA-6C64086E797C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D205545-06FE-4751-BF01-C078E6960919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91B160B-6480-4C93-B91D-346900CDD3B2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12D976-A5B2-4D65-B7A9-69D8004BA481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0ADFF9A-D86F-4E50-B2F3-5D7E12F906D8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B827953-794D-4885-A8A5-40707504DA96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C23F061-C3E1-49D9-A3A3-AA55D673738C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B41E841-1F5F-4B4E-8BF4-2EE7313EDA49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148B7BC-D231-4A5D-A198-C821DDC573E2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967E97B-F336-482D-BB2C-7F14FF68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82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3</a:t>
            </a:fld>
            <a:endParaRPr lang="en-PK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32412B-4DE6-4A25-B4E7-3D3D4D55A3BF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E011387D-A227-4024-8BCD-85DD980A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9C1B633-533B-4AF3-AEF0-A56E4ABBE69E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ECF04D-25EE-4BE1-9A46-64E8D80B98D1}"/>
              </a:ext>
            </a:extLst>
          </p:cNvPr>
          <p:cNvGrpSpPr/>
          <p:nvPr/>
        </p:nvGrpSpPr>
        <p:grpSpPr>
          <a:xfrm rot="17538244"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6426BDD-8E00-4FB5-AE54-8EDCB68B9EB3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BC1FDE6-790F-43AE-9BA7-A6B9D9D06D16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C11F0D5-1C89-4DF8-8EAE-62EB04E3D4AA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42B2522-C072-404B-BA36-91404133CE00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956FCEB5-4215-4F54-A22B-A5AF1745CFC1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7A63B04-5343-4B46-9048-7BF9CA52CBF6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AD6E5ECB-E415-4932-A270-BDCDCFB76D37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4FAC0B0-5B4F-4D07-B19E-64EB2185102E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EF5397F-BB50-4272-B755-94F927F9E78E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988147B-D7F6-4DB9-8205-3AC0CBBD1013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955D612-24F3-4379-9EFA-E75A6AFF7978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F59302E-A145-401B-94DA-DDD875543BA1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D08C4D0-7BF4-449A-9F4E-FDCFDFBE9D2E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499F775-9E32-462A-B1C0-05A70FE7C132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7C4886C-4457-4547-9448-B60AFE37F3C0}"/>
              </a:ext>
            </a:extLst>
          </p:cNvPr>
          <p:cNvGrpSpPr/>
          <p:nvPr/>
        </p:nvGrpSpPr>
        <p:grpSpPr>
          <a:xfrm rot="3821310"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F6A4757-9EB0-4537-A4CF-F48B7454DC1D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195A105-FCB5-4D30-AE0C-EC7CBB2DC99E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F94974B-7722-4D3E-99C3-8DFC98289745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603CFC9-9434-4910-9559-2CE05B525F71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919C9DB-CDD0-4C2B-A74A-4F615690404C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DF70044-27AC-4192-B24E-748561A14F37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8CFCBADD-544D-44D7-9A4E-7514B045226D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013872F-773D-413C-8D4B-C154AB19B652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55F7007-256C-47DC-97CC-5EEA9813CEF7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D3A858B-EAAD-4AB8-A4E1-39CF674E03AC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C4DE8F8-3344-4E41-B869-C56191B432D0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ADFFEC9-12C4-4976-A271-92B73672D27E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7761FFE-DD26-42D2-AFF0-B1C1A7A1CFB9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8A3375E-1DEE-49BD-A4ED-28882876D17E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A15B3EE3-CE8A-4ECD-9599-2EEAF2DFB9F7}"/>
              </a:ext>
            </a:extLst>
          </p:cNvPr>
          <p:cNvSpPr txBox="1"/>
          <p:nvPr/>
        </p:nvSpPr>
        <p:spPr>
          <a:xfrm>
            <a:off x="2603076" y="534165"/>
            <a:ext cx="393106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PERSONALITY TRAITS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E6C5A89-EEA9-4ED7-B075-95467E63A824}"/>
              </a:ext>
            </a:extLst>
          </p:cNvPr>
          <p:cNvSpPr txBox="1"/>
          <p:nvPr/>
        </p:nvSpPr>
        <p:spPr>
          <a:xfrm>
            <a:off x="2603077" y="920783"/>
            <a:ext cx="4974321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 AM HARDWORKING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SELF MOTIVATED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CURIOUS LEARNER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STRONG COMMUICATION SKILLS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B820CD8-27A7-40E1-BEFA-B5C8346814F6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STRENGTH AND WEEAKNESS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3F295B-EA93-4CF6-9906-7F8DB9BD30CD}"/>
              </a:ext>
            </a:extLst>
          </p:cNvPr>
          <p:cNvSpPr txBox="1"/>
          <p:nvPr/>
        </p:nvSpPr>
        <p:spPr>
          <a:xfrm>
            <a:off x="2637732" y="3765073"/>
            <a:ext cx="4974332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MY STRENGTH: DEDICATION,MOTIVATION AND HELPER.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MY WEAKNESS: SOMETIMES EASILY DISTRACTED(WORKING ON IMPROVING FOCUS).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16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4</a:t>
            </a:fld>
            <a:endParaRPr lang="en-PK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FC312F3-2B35-4ACC-8D7B-7E05FC3A2C3E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017CAC7C-AF4A-4BE9-BF1C-F652E5EA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689A712-B107-4265-85A5-8F791EDDA05B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173B15-2F2C-48C0-8B3F-511AA13C7B61}"/>
              </a:ext>
            </a:extLst>
          </p:cNvPr>
          <p:cNvGrpSpPr/>
          <p:nvPr/>
        </p:nvGrpSpPr>
        <p:grpSpPr>
          <a:xfrm rot="14703366"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94E492D-F052-4F99-BDFF-511264FFFD9E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DD1CF51-3032-4C39-9841-804830F4A664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CA25AA5-297F-40AA-8D49-3783446BD944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305FC38-03BA-49C4-B5B7-F522C36C8ECB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65BF7AC-B344-414B-9FC1-2DD21320A010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A87AE60-CEE2-42C1-AF43-60FBDACDCC51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905384AF-A558-4B71-8728-66F84675B0CD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53821B4-83FB-47F0-9F80-1AB697FD44AE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EDAF398-5F33-4F1C-A905-C31881B10B05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B782EA-B694-4D60-8F55-66BF40CFD1AF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2B3404-EA0E-49AB-B924-7FC6A8A8B00C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9D17FA3-35DA-4E6E-BE4D-C40C8D9F253E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78F77A1-51CC-4B11-989E-4169467E8651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59F7229-EF92-418C-A067-68750C28AE47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38C2A62-C363-4599-8D9C-1645276B6513}"/>
              </a:ext>
            </a:extLst>
          </p:cNvPr>
          <p:cNvGrpSpPr/>
          <p:nvPr/>
        </p:nvGrpSpPr>
        <p:grpSpPr>
          <a:xfrm rot="6928369"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1859D3B-8B7B-464D-8A22-8D3B063D3F9D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EBC25AA-B835-4B08-BBA2-25C4B7AF8778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D946658-97E7-41A3-BE3B-0DAE14E98BF1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8B47FD54-7EC5-4837-A638-80884A135CFB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367FF1E8-17F3-4222-B4CD-4BD47EA5DFFC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DEE4069C-EA33-4AAF-BBBE-EECF2DA9B1F5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4CCC748-EBF0-426D-B0DE-4883427DD05B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EB4D16E-6C03-4989-92B6-8F95AD0D8333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04A5150-02FF-4916-B7E4-6F914B898530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3F0DD9F-7D42-43A8-8738-D386375C4469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56D74F4-3E62-4C09-8FF9-79B1FD8DA1F9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5D0AC79-252E-4853-93A8-522F9ACD5B52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E4DDA93-93AB-414A-818A-77EC16A9A462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093963F-5166-426C-9FD3-7789291DA364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65D69DBE-8F2E-49C4-AC81-F26A528E3914}"/>
              </a:ext>
            </a:extLst>
          </p:cNvPr>
          <p:cNvSpPr txBox="1"/>
          <p:nvPr/>
        </p:nvSpPr>
        <p:spPr>
          <a:xfrm>
            <a:off x="2603077" y="534165"/>
            <a:ext cx="2743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GOAL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9EB53DF-0DC2-4668-8428-970AFF99756B}"/>
              </a:ext>
            </a:extLst>
          </p:cNvPr>
          <p:cNvSpPr txBox="1"/>
          <p:nvPr/>
        </p:nvSpPr>
        <p:spPr>
          <a:xfrm>
            <a:off x="2603077" y="920783"/>
            <a:ext cx="4974321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SHORT TERM: SECURE A JOB IN REPUTED COMPANY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LONG TERM: BUILD A CAREER IN PROGRAMMING &amp; GAME DEVELOPMENT AND MENTOR OTHERS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AC1A08-FF17-4413-A600-AE422542EF45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INSPIRATION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6A08650-3137-44D2-A70E-6C8D04113F7D}"/>
              </a:ext>
            </a:extLst>
          </p:cNvPr>
          <p:cNvSpPr txBox="1"/>
          <p:nvPr/>
        </p:nvSpPr>
        <p:spPr>
          <a:xfrm>
            <a:off x="2637732" y="3765073"/>
            <a:ext cx="497433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MY ROLE MODEL IS MY FATHER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HE INSPIRE ME WITH HIS HARDWORK AND NEVER GIVEUP ATTITUDE.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83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5</a:t>
            </a:fld>
            <a:endParaRPr lang="en-PK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3AC9D1-852C-40CD-B55C-B33D0DEC7A24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7B025221-AD72-43EE-B184-F79C92D7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D2E6F19-6DE3-42FD-9792-C94ECF97BCBC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632C6F-F637-40AA-8C70-FFB96C11D7C0}"/>
              </a:ext>
            </a:extLst>
          </p:cNvPr>
          <p:cNvGrpSpPr/>
          <p:nvPr/>
        </p:nvGrpSpPr>
        <p:grpSpPr>
          <a:xfrm rot="10800000"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B9D9513-4F63-4565-AA8F-DF4FCDE1C892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A8E22FD-01A4-4469-AEF2-9EE9A92936DF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87FC929-2D72-4BCC-BBE4-99FD4D3DE4AF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C8585899-F9CB-4D4E-BC8F-B613A362104C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353890E-2A7F-4B31-A54B-6D935E4A8521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A109400-1750-4EBB-AF92-5278F7F346CD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AACE89A-0741-4C45-B70E-DF21B9BDFAFF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D82641B-1763-498A-9CA7-FEB4BBF042E1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703466B-A841-43DD-B0A4-5769A23D53EB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1D7E92E-6B84-452F-96FC-CD37612E77BA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DA234D3-423F-42D8-BDB2-5270237177F3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004BAD1-E92D-43D9-BD75-48D1B9D89419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EE369D8-A67B-428C-A6FE-972DCB6D4BAB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00C2E2-B431-4BA9-BCC3-9EF168F91FB4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771792E-567F-4317-A44E-3D52EF8350F0}"/>
              </a:ext>
            </a:extLst>
          </p:cNvPr>
          <p:cNvGrpSpPr/>
          <p:nvPr/>
        </p:nvGrpSpPr>
        <p:grpSpPr>
          <a:xfrm rot="10800000"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F4DDA78-B2A6-471D-BCE8-91B9DAE3999F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E4FE670-765B-4498-B313-5DAE8967730C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5EA29156-B750-4CB9-8F4D-676AB892C52A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DDD5FDC-0DB5-409E-AC6C-14E950353CDB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C823FC91-A71F-4C53-91C9-844028C455A7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D3227CC-77EC-4CD0-9B80-518887C088EE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83298DA1-AEBF-47B5-A98B-8A5D0938DCEB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A900B2A-A783-420E-BA23-96327A16F86F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BDDF6B3-79A4-42F1-B4D0-151C1C8048BC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3BE2C6-A2A1-4ED6-BBC1-C15E3E862E67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881B3CB-11C4-47A5-B4AD-0F8C028B17E7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DF9DB29-1C3D-4115-A483-B1A88E7E79BE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16F1C90-F61C-4CB3-AB55-9AB09D00FE48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7949B6B-D0C3-46E0-BA13-419C63339D9C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B75089F-410A-4F54-BDC8-16E54D1553C5}"/>
              </a:ext>
            </a:extLst>
          </p:cNvPr>
          <p:cNvSpPr txBox="1"/>
          <p:nvPr/>
        </p:nvSpPr>
        <p:spPr>
          <a:xfrm>
            <a:off x="2603076" y="534165"/>
            <a:ext cx="414062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SKILLS LEARNED IN THIS COURSE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AE03F9-5D0E-4409-AF3B-E59793A4530E}"/>
              </a:ext>
            </a:extLst>
          </p:cNvPr>
          <p:cNvSpPr txBox="1"/>
          <p:nvPr/>
        </p:nvSpPr>
        <p:spPr>
          <a:xfrm>
            <a:off x="2603077" y="920783"/>
            <a:ext cx="4974321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BASICS OF COMPUTER (MS OFFICE)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BASICS OF PROGRAMMING (PYTHON)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LOGIC BUILDING AND NETWORKING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EXICUTION OF GIT AND GITHUB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DC4C7A-1FAD-4410-80B0-CFF3D9945502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FAVOURITE TOPIC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07C530-004C-4A0A-B62D-39A739294BB2}"/>
              </a:ext>
            </a:extLst>
          </p:cNvPr>
          <p:cNvSpPr txBox="1"/>
          <p:nvPr/>
        </p:nvSpPr>
        <p:spPr>
          <a:xfrm>
            <a:off x="2637732" y="3765073"/>
            <a:ext cx="4974332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COMPUTER STUDIES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ENJOY LEARNING NEW SOFTWARES AND PROGRAMMING LANGUAGES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ASPIRATION: GAME DEVELOPER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735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6</a:t>
            </a:fld>
            <a:endParaRPr lang="en-PK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7A02864-23C4-4703-BB3A-3461BC87C13D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12AE84ED-14D5-491B-B321-01DA6D7A7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D8288FD-D2C7-4BBB-B7E6-7C139B5AB103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6DAAF8C-6611-4576-A23D-CCD0910D46F7}"/>
              </a:ext>
            </a:extLst>
          </p:cNvPr>
          <p:cNvGrpSpPr/>
          <p:nvPr/>
        </p:nvGrpSpPr>
        <p:grpSpPr>
          <a:xfrm rot="6724576"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3FEA71B-0D55-4B33-A990-85EE767A5DC8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C11750F-0988-4BE1-9901-742C785C5EBF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F1BD182-FB56-4657-B2CF-5A41DB6F0707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2CFD3B2-E392-490B-B97D-7FB954F4C0AB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46C82EC-2333-4293-BB72-41D2E597D4EC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D01160C-D8CA-4BCD-A66D-BF41205ABDE6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C45838B-06F1-4D36-836F-95D41FFFB63B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9509B08-2B4C-48A6-B063-FE894F16355B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B5876FA-98A4-462D-B243-CEF459569350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0B57EAE-49B8-4A9C-B0B6-F9D8A5BBC387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6ABE745-4ED0-4D5E-8937-B20EEC417201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8C8C23A-88BA-40B2-AB36-DE780E71D211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D324B29-602C-4136-9B56-0D3445E80964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7C142CA-0E06-4F31-A28F-66F207B73D43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82E8889-6591-4706-8048-AFEF6B623FDB}"/>
              </a:ext>
            </a:extLst>
          </p:cNvPr>
          <p:cNvGrpSpPr/>
          <p:nvPr/>
        </p:nvGrpSpPr>
        <p:grpSpPr>
          <a:xfrm rot="14793313"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FFC0FDC-17D4-49E7-98F6-62609D1D9B77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E7C9943-88A4-476B-A3AA-E7CE37C5D885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61373C2-A70A-4005-9DA0-6DB59493BC72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B58C09C-BF91-4DB6-8B29-7858830707CA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5C71D61-FA8A-4CC5-AC44-F8C5FAD4AA49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77A32D3E-010B-4257-B5CA-5433C3106176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2CC235A-7D33-4E34-9450-434A3AE1273A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C129BB9-A56E-423D-BD72-7682AB0B9DC2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9D4AA75-CD87-4E90-8FAA-3E4171242F7D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D20E850-AFD9-4561-9A95-A31139A48A15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6E47FB9-3D35-4EE1-8B8C-254F0A62C481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1B9C679-F159-49D3-A3A4-4E0C96494CE2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5E4F13-5B98-4E07-8E99-D82858641E73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D9E6CFC-5826-4B65-9572-9417FCAE8971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4D763D00-CEA3-4708-889A-01186E51B75A}"/>
              </a:ext>
            </a:extLst>
          </p:cNvPr>
          <p:cNvSpPr txBox="1"/>
          <p:nvPr/>
        </p:nvSpPr>
        <p:spPr>
          <a:xfrm>
            <a:off x="2603077" y="534165"/>
            <a:ext cx="2743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HOBBIES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5EB1670-12EC-4395-A25C-E596CAD47179}"/>
              </a:ext>
            </a:extLst>
          </p:cNvPr>
          <p:cNvSpPr txBox="1"/>
          <p:nvPr/>
        </p:nvSpPr>
        <p:spPr>
          <a:xfrm>
            <a:off x="2603077" y="920783"/>
            <a:ext cx="4974321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READING PERSONAL FINANCE AND SELF IMPROVEMENT BOOKS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EXPERIMENTING NEW SOFTWARES  WHICH HELP ME IMPROVE MY TECHNICAL SKILLS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2F065E0-4BA7-4BD3-8F45-342C254F0E10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INTEREST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7AF8EB2-0387-4B2F-BB95-A27924AF89AC}"/>
              </a:ext>
            </a:extLst>
          </p:cNvPr>
          <p:cNvSpPr txBox="1"/>
          <p:nvPr/>
        </p:nvSpPr>
        <p:spPr>
          <a:xfrm>
            <a:off x="2637732" y="3765073"/>
            <a:ext cx="497433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STRONG INTEREST IN GAME DEVELOPMENT WITH A FOCUS ON CREATIVITY AND INNOVATION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PASSIONATE ABOUT LEARNING NEW TECHNOLOGIES AND TECHNIQUES TO BUILD ENGAGING GAMES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78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7E65F3A8-79E4-47E5-AD4E-1525EB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26/09/2025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C7FBA407-E869-4D2E-9720-8B24089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PROJECT</a:t>
            </a:r>
            <a:endParaRPr lang="en-PK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0850EB47-EEBA-4541-BF8F-FF354327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DF732-4693-425C-913D-3C08618860AF}" type="slidenum">
              <a:rPr lang="en-PK" smtClean="0"/>
              <a:t>7</a:t>
            </a:fld>
            <a:endParaRPr lang="en-P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05CD26-06D8-4FCE-9C81-CCD4440B7996}"/>
              </a:ext>
            </a:extLst>
          </p:cNvPr>
          <p:cNvSpPr txBox="1"/>
          <p:nvPr/>
        </p:nvSpPr>
        <p:spPr>
          <a:xfrm>
            <a:off x="4367087" y="5879296"/>
            <a:ext cx="41147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“THANK YOU VERY MUCH”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41AF61-B8AC-4127-AC50-C4045896D8F7}"/>
              </a:ext>
            </a:extLst>
          </p:cNvPr>
          <p:cNvCxnSpPr/>
          <p:nvPr/>
        </p:nvCxnSpPr>
        <p:spPr>
          <a:xfrm>
            <a:off x="2401191" y="524229"/>
            <a:ext cx="0" cy="579120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507921F-8787-4891-885F-50ABFBEFC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6" y="534165"/>
            <a:ext cx="54869" cy="5822185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533EEFC-D641-4E83-8B83-28F0E9046C19}"/>
              </a:ext>
            </a:extLst>
          </p:cNvPr>
          <p:cNvCxnSpPr>
            <a:cxnSpLocks/>
          </p:cNvCxnSpPr>
          <p:nvPr/>
        </p:nvCxnSpPr>
        <p:spPr>
          <a:xfrm>
            <a:off x="2540962" y="3123467"/>
            <a:ext cx="7117388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363EF3-1549-46FE-9134-F0B21A7D32F6}"/>
              </a:ext>
            </a:extLst>
          </p:cNvPr>
          <p:cNvGrpSpPr/>
          <p:nvPr/>
        </p:nvGrpSpPr>
        <p:grpSpPr>
          <a:xfrm rot="3634677">
            <a:off x="-2440868" y="1162622"/>
            <a:ext cx="4881735" cy="4532755"/>
            <a:chOff x="-2444022" y="1140322"/>
            <a:chExt cx="4881735" cy="453275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B0F4862-E094-4A36-B35B-7FDA85389B87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B91E4E2-D5FB-4951-8A62-BC9AB7B05421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7A4B67E-888E-4276-B410-709FE11B67DA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D748D45-DCB3-419F-A26D-4EF0233B8AD3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A87D6AA5-6EDA-4326-9ED3-39A499E1FAD9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5033157-2978-4377-A772-6D643D2BE71D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52A3011-CBB0-470E-B45D-FDF01AB20F66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F8EB79E-7D42-4801-8E4C-409AA6246255}"/>
                </a:ext>
              </a:extLst>
            </p:cNvPr>
            <p:cNvGrpSpPr/>
            <p:nvPr/>
          </p:nvGrpSpPr>
          <p:grpSpPr>
            <a:xfrm>
              <a:off x="-1865007" y="1799717"/>
              <a:ext cx="3769675" cy="3410333"/>
              <a:chOff x="-1865007" y="1799717"/>
              <a:chExt cx="3769675" cy="3410333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DCAD8B1-F836-4161-AC7A-8B5054FBB767}"/>
                  </a:ext>
                </a:extLst>
              </p:cNvPr>
              <p:cNvSpPr txBox="1"/>
              <p:nvPr/>
            </p:nvSpPr>
            <p:spPr>
              <a:xfrm rot="20013891">
                <a:off x="-1312826" y="1799717"/>
                <a:ext cx="128748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HOBBIES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F48516-4625-47A8-836A-10AC70E377C5}"/>
                  </a:ext>
                </a:extLst>
              </p:cNvPr>
              <p:cNvSpPr txBox="1"/>
              <p:nvPr/>
            </p:nvSpPr>
            <p:spPr>
              <a:xfrm rot="5551728">
                <a:off x="646750" y="3321270"/>
                <a:ext cx="21465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INTRODUCTION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FE98E2-7F33-4E9B-8B7C-F79D5B9BF588}"/>
                  </a:ext>
                </a:extLst>
              </p:cNvPr>
              <p:cNvSpPr txBox="1"/>
              <p:nvPr/>
            </p:nvSpPr>
            <p:spPr>
              <a:xfrm rot="9336264">
                <a:off x="-94317" y="4563719"/>
                <a:ext cx="15167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PERSONALITY TRAITS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164075A-ECE0-4E79-AFAA-D9BFD37EA55E}"/>
                  </a:ext>
                </a:extLst>
              </p:cNvPr>
              <p:cNvSpPr txBox="1"/>
              <p:nvPr/>
            </p:nvSpPr>
            <p:spPr>
              <a:xfrm rot="16200000">
                <a:off x="-2443390" y="3003965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SKILLS LEARNED IN THIS COURSE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1884D17-7D4D-4B02-94F5-BA668190AC1B}"/>
                  </a:ext>
                </a:extLst>
              </p:cNvPr>
              <p:cNvSpPr txBox="1"/>
              <p:nvPr/>
            </p:nvSpPr>
            <p:spPr>
              <a:xfrm rot="1760466">
                <a:off x="184855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FUNFACT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3AEB5F2-44DC-49B7-AEEA-53F456719C3A}"/>
                  </a:ext>
                </a:extLst>
              </p:cNvPr>
              <p:cNvSpPr txBox="1"/>
              <p:nvPr/>
            </p:nvSpPr>
            <p:spPr>
              <a:xfrm rot="12333565">
                <a:off x="-1573760" y="4363551"/>
                <a:ext cx="1327727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FUTURE GOALS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8F54F79-6A0F-4573-BF70-A80469ACB219}"/>
              </a:ext>
            </a:extLst>
          </p:cNvPr>
          <p:cNvGrpSpPr/>
          <p:nvPr/>
        </p:nvGrpSpPr>
        <p:grpSpPr>
          <a:xfrm rot="17821694">
            <a:off x="9751132" y="1148244"/>
            <a:ext cx="4881735" cy="4532755"/>
            <a:chOff x="-2444022" y="1140322"/>
            <a:chExt cx="4881735" cy="4532755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5F15649-9986-42F5-9ABA-3DAC14DE0164}"/>
                </a:ext>
              </a:extLst>
            </p:cNvPr>
            <p:cNvGrpSpPr/>
            <p:nvPr/>
          </p:nvGrpSpPr>
          <p:grpSpPr>
            <a:xfrm>
              <a:off x="-2444022" y="1140322"/>
              <a:ext cx="4881735" cy="4532755"/>
              <a:chOff x="-188967" y="0"/>
              <a:chExt cx="7110271" cy="6457427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6003201F-F264-4EC7-866B-EA014B3234F4}"/>
                  </a:ext>
                </a:extLst>
              </p:cNvPr>
              <p:cNvSpPr/>
              <p:nvPr/>
            </p:nvSpPr>
            <p:spPr>
              <a:xfrm rot="3360974">
                <a:off x="1655344" y="132852"/>
                <a:ext cx="1649938" cy="2261612"/>
              </a:xfrm>
              <a:custGeom>
                <a:avLst/>
                <a:gdLst>
                  <a:gd name="connsiteX0" fmla="*/ 451426 w 1799916"/>
                  <a:gd name="connsiteY0" fmla="*/ 0 h 2417139"/>
                  <a:gd name="connsiteX1" fmla="*/ 1799916 w 1799916"/>
                  <a:gd name="connsiteY1" fmla="*/ 909012 h 2417139"/>
                  <a:gd name="connsiteX2" fmla="*/ 1741831 w 1799916"/>
                  <a:gd name="connsiteY2" fmla="*/ 1031858 h 2417139"/>
                  <a:gd name="connsiteX3" fmla="*/ 1627786 w 1799916"/>
                  <a:gd name="connsiteY3" fmla="*/ 1803976 h 2417139"/>
                  <a:gd name="connsiteX4" fmla="*/ 1646149 w 1799916"/>
                  <a:gd name="connsiteY4" fmla="*/ 1930117 h 2417139"/>
                  <a:gd name="connsiteX5" fmla="*/ 96679 w 1799916"/>
                  <a:gd name="connsiteY5" fmla="*/ 2417139 h 2417139"/>
                  <a:gd name="connsiteX6" fmla="*/ 60032 w 1799916"/>
                  <a:gd name="connsiteY6" fmla="*/ 2267374 h 2417139"/>
                  <a:gd name="connsiteX7" fmla="*/ 382438 w 1799916"/>
                  <a:gd name="connsiteY7" fmla="*/ 121267 h 2417139"/>
                  <a:gd name="connsiteX8" fmla="*/ 451426 w 1799916"/>
                  <a:gd name="connsiteY8" fmla="*/ 0 h 2417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9">
                    <a:moveTo>
                      <a:pt x="451426" y="0"/>
                    </a:moveTo>
                    <a:lnTo>
                      <a:pt x="1799916" y="909012"/>
                    </a:lnTo>
                    <a:lnTo>
                      <a:pt x="1741831" y="1031858"/>
                    </a:lnTo>
                    <a:cubicBezTo>
                      <a:pt x="1639198" y="1280627"/>
                      <a:pt x="1602712" y="1545850"/>
                      <a:pt x="1627786" y="1803976"/>
                    </a:cubicBezTo>
                    <a:lnTo>
                      <a:pt x="1646149" y="1930117"/>
                    </a:lnTo>
                    <a:lnTo>
                      <a:pt x="96679" y="2417139"/>
                    </a:lnTo>
                    <a:lnTo>
                      <a:pt x="60032" y="2267374"/>
                    </a:lnTo>
                    <a:cubicBezTo>
                      <a:pt x="-78609" y="1555204"/>
                      <a:pt x="20473" y="796755"/>
                      <a:pt x="382438" y="121267"/>
                    </a:cubicBezTo>
                    <a:lnTo>
                      <a:pt x="4514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4745F5AD-F85B-4F84-AB26-FB7FE7AF0EB4}"/>
                  </a:ext>
                </a:extLst>
              </p:cNvPr>
              <p:cNvSpPr/>
              <p:nvPr/>
            </p:nvSpPr>
            <p:spPr>
              <a:xfrm rot="3360924">
                <a:off x="3218350" y="66461"/>
                <a:ext cx="2165211" cy="2032289"/>
              </a:xfrm>
              <a:custGeom>
                <a:avLst/>
                <a:gdLst>
                  <a:gd name="connsiteX0" fmla="*/ 0 w 2362027"/>
                  <a:gd name="connsiteY0" fmla="*/ 1263034 h 2172046"/>
                  <a:gd name="connsiteX1" fmla="*/ 86530 w 2362027"/>
                  <a:gd name="connsiteY1" fmla="*/ 1153594 h 2172046"/>
                  <a:gd name="connsiteX2" fmla="*/ 2262638 w 2362027"/>
                  <a:gd name="connsiteY2" fmla="*/ 4870 h 2172046"/>
                  <a:gd name="connsiteX3" fmla="*/ 2362027 w 2362027"/>
                  <a:gd name="connsiteY3" fmla="*/ 0 h 2172046"/>
                  <a:gd name="connsiteX4" fmla="*/ 2362027 w 2362027"/>
                  <a:gd name="connsiteY4" fmla="*/ 1625615 h 2172046"/>
                  <a:gd name="connsiteX5" fmla="*/ 2264527 w 2362027"/>
                  <a:gd name="connsiteY5" fmla="*/ 1639808 h 2172046"/>
                  <a:gd name="connsiteX6" fmla="*/ 1440574 w 2362027"/>
                  <a:gd name="connsiteY6" fmla="*/ 2072121 h 2172046"/>
                  <a:gd name="connsiteX7" fmla="*/ 1348490 w 2362027"/>
                  <a:gd name="connsiteY7" fmla="*/ 2172046 h 2172046"/>
                  <a:gd name="connsiteX8" fmla="*/ 0 w 2362027"/>
                  <a:gd name="connsiteY8" fmla="*/ 1263034 h 2172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7" h="2172046">
                    <a:moveTo>
                      <a:pt x="0" y="1263034"/>
                    </a:moveTo>
                    <a:lnTo>
                      <a:pt x="86530" y="1153594"/>
                    </a:lnTo>
                    <a:cubicBezTo>
                      <a:pt x="646957" y="480533"/>
                      <a:pt x="1436632" y="85106"/>
                      <a:pt x="2262638" y="4870"/>
                    </a:cubicBezTo>
                    <a:lnTo>
                      <a:pt x="2362027" y="0"/>
                    </a:lnTo>
                    <a:lnTo>
                      <a:pt x="2362027" y="1625615"/>
                    </a:lnTo>
                    <a:lnTo>
                      <a:pt x="2264527" y="1639808"/>
                    </a:lnTo>
                    <a:cubicBezTo>
                      <a:pt x="1959311" y="1699226"/>
                      <a:pt x="1671095" y="1845971"/>
                      <a:pt x="1440574" y="2072121"/>
                    </a:cubicBezTo>
                    <a:lnTo>
                      <a:pt x="1348490" y="2172046"/>
                    </a:lnTo>
                    <a:lnTo>
                      <a:pt x="0" y="126303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CF9F71B-6631-4406-81E0-676C6C200160}"/>
                  </a:ext>
                </a:extLst>
              </p:cNvPr>
              <p:cNvSpPr/>
              <p:nvPr/>
            </p:nvSpPr>
            <p:spPr>
              <a:xfrm rot="3360974">
                <a:off x="-283236" y="1820793"/>
                <a:ext cx="2574084" cy="2385546"/>
              </a:xfrm>
              <a:custGeom>
                <a:avLst/>
                <a:gdLst>
                  <a:gd name="connsiteX0" fmla="*/ 0 w 2808067"/>
                  <a:gd name="connsiteY0" fmla="*/ 487783 h 2549595"/>
                  <a:gd name="connsiteX1" fmla="*/ 1551889 w 2808067"/>
                  <a:gd name="connsiteY1" fmla="*/ 0 h 2549595"/>
                  <a:gd name="connsiteX2" fmla="*/ 1583610 w 2808067"/>
                  <a:gd name="connsiteY2" fmla="*/ 68850 h 2549595"/>
                  <a:gd name="connsiteX3" fmla="*/ 2114615 w 2808067"/>
                  <a:gd name="connsiteY3" fmla="*/ 662599 h 2549595"/>
                  <a:gd name="connsiteX4" fmla="*/ 2708647 w 2808067"/>
                  <a:gd name="connsiteY4" fmla="*/ 909502 h 2549595"/>
                  <a:gd name="connsiteX5" fmla="*/ 2808066 w 2808067"/>
                  <a:gd name="connsiteY5" fmla="*/ 923939 h 2549595"/>
                  <a:gd name="connsiteX6" fmla="*/ 2808067 w 2808067"/>
                  <a:gd name="connsiteY6" fmla="*/ 2549595 h 2549595"/>
                  <a:gd name="connsiteX7" fmla="*/ 2708275 w 2808067"/>
                  <a:gd name="connsiteY7" fmla="*/ 2544881 h 2549595"/>
                  <a:gd name="connsiteX8" fmla="*/ 1209103 w 2808067"/>
                  <a:gd name="connsiteY8" fmla="*/ 2005897 h 2549595"/>
                  <a:gd name="connsiteX9" fmla="*/ 16296 w 2808067"/>
                  <a:gd name="connsiteY9" fmla="*/ 534508 h 2549595"/>
                  <a:gd name="connsiteX10" fmla="*/ 0 w 2808067"/>
                  <a:gd name="connsiteY10" fmla="*/ 487783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7" h="2549595">
                    <a:moveTo>
                      <a:pt x="0" y="487783"/>
                    </a:moveTo>
                    <a:lnTo>
                      <a:pt x="1551889" y="0"/>
                    </a:lnTo>
                    <a:lnTo>
                      <a:pt x="1583610" y="68850"/>
                    </a:lnTo>
                    <a:cubicBezTo>
                      <a:pt x="1704247" y="300551"/>
                      <a:pt x="1882777" y="506318"/>
                      <a:pt x="2114615" y="662599"/>
                    </a:cubicBezTo>
                    <a:cubicBezTo>
                      <a:pt x="2300085" y="787624"/>
                      <a:pt x="2502115" y="869143"/>
                      <a:pt x="2708647" y="909502"/>
                    </a:cubicBezTo>
                    <a:lnTo>
                      <a:pt x="2808066" y="923939"/>
                    </a:lnTo>
                    <a:lnTo>
                      <a:pt x="2808067" y="2549595"/>
                    </a:lnTo>
                    <a:lnTo>
                      <a:pt x="2708275" y="2544881"/>
                    </a:lnTo>
                    <a:cubicBezTo>
                      <a:pt x="2188203" y="2495065"/>
                      <a:pt x="1672780" y="2318459"/>
                      <a:pt x="1209103" y="2005897"/>
                    </a:cubicBezTo>
                    <a:cubicBezTo>
                      <a:pt x="652691" y="1630821"/>
                      <a:pt x="249807" y="1113229"/>
                      <a:pt x="16296" y="534508"/>
                    </a:cubicBezTo>
                    <a:lnTo>
                      <a:pt x="0" y="48778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966B64D-846E-4494-8D88-1F9B575A89CD}"/>
                  </a:ext>
                </a:extLst>
              </p:cNvPr>
              <p:cNvSpPr/>
              <p:nvPr/>
            </p:nvSpPr>
            <p:spPr>
              <a:xfrm rot="3360974">
                <a:off x="4441490" y="2273664"/>
                <a:ext cx="2574083" cy="2385545"/>
              </a:xfrm>
              <a:custGeom>
                <a:avLst/>
                <a:gdLst>
                  <a:gd name="connsiteX0" fmla="*/ 0 w 2808065"/>
                  <a:gd name="connsiteY0" fmla="*/ 0 h 2549595"/>
                  <a:gd name="connsiteX1" fmla="*/ 99790 w 2808065"/>
                  <a:gd name="connsiteY1" fmla="*/ 4714 h 2549595"/>
                  <a:gd name="connsiteX2" fmla="*/ 1598962 w 2808065"/>
                  <a:gd name="connsiteY2" fmla="*/ 543699 h 2549595"/>
                  <a:gd name="connsiteX3" fmla="*/ 2791768 w 2808065"/>
                  <a:gd name="connsiteY3" fmla="*/ 2015088 h 2549595"/>
                  <a:gd name="connsiteX4" fmla="*/ 2808065 w 2808065"/>
                  <a:gd name="connsiteY4" fmla="*/ 2061812 h 2549595"/>
                  <a:gd name="connsiteX5" fmla="*/ 1256175 w 2808065"/>
                  <a:gd name="connsiteY5" fmla="*/ 2549595 h 2549595"/>
                  <a:gd name="connsiteX6" fmla="*/ 1224455 w 2808065"/>
                  <a:gd name="connsiteY6" fmla="*/ 2480745 h 2549595"/>
                  <a:gd name="connsiteX7" fmla="*/ 693450 w 2808065"/>
                  <a:gd name="connsiteY7" fmla="*/ 1886996 h 2549595"/>
                  <a:gd name="connsiteX8" fmla="*/ 99418 w 2808065"/>
                  <a:gd name="connsiteY8" fmla="*/ 1640093 h 2549595"/>
                  <a:gd name="connsiteX9" fmla="*/ 0 w 2808065"/>
                  <a:gd name="connsiteY9" fmla="*/ 1625656 h 2549595"/>
                  <a:gd name="connsiteX10" fmla="*/ 0 w 2808065"/>
                  <a:gd name="connsiteY10" fmla="*/ 0 h 2549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08065" h="2549595">
                    <a:moveTo>
                      <a:pt x="0" y="0"/>
                    </a:moveTo>
                    <a:lnTo>
                      <a:pt x="99790" y="4714"/>
                    </a:lnTo>
                    <a:cubicBezTo>
                      <a:pt x="619861" y="54531"/>
                      <a:pt x="1135285" y="231136"/>
                      <a:pt x="1598962" y="543699"/>
                    </a:cubicBezTo>
                    <a:cubicBezTo>
                      <a:pt x="2155374" y="918774"/>
                      <a:pt x="2558257" y="1436366"/>
                      <a:pt x="2791768" y="2015088"/>
                    </a:cubicBezTo>
                    <a:lnTo>
                      <a:pt x="2808065" y="2061812"/>
                    </a:lnTo>
                    <a:lnTo>
                      <a:pt x="1256175" y="2549595"/>
                    </a:lnTo>
                    <a:lnTo>
                      <a:pt x="1224455" y="2480745"/>
                    </a:lnTo>
                    <a:cubicBezTo>
                      <a:pt x="1103818" y="2249044"/>
                      <a:pt x="925288" y="2043277"/>
                      <a:pt x="693450" y="1886996"/>
                    </a:cubicBezTo>
                    <a:cubicBezTo>
                      <a:pt x="507979" y="1761971"/>
                      <a:pt x="305950" y="1680452"/>
                      <a:pt x="99418" y="1640093"/>
                    </a:cubicBezTo>
                    <a:lnTo>
                      <a:pt x="0" y="162565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7F958A8D-12BD-4CA2-A2F8-F6B8007D3943}"/>
                  </a:ext>
                </a:extLst>
              </p:cNvPr>
              <p:cNvSpPr/>
              <p:nvPr/>
            </p:nvSpPr>
            <p:spPr>
              <a:xfrm rot="3360974">
                <a:off x="1383012" y="4317387"/>
                <a:ext cx="2165210" cy="2114870"/>
              </a:xfrm>
              <a:custGeom>
                <a:avLst/>
                <a:gdLst>
                  <a:gd name="connsiteX0" fmla="*/ 0 w 2362026"/>
                  <a:gd name="connsiteY0" fmla="*/ 546432 h 2172047"/>
                  <a:gd name="connsiteX1" fmla="*/ 97499 w 2362026"/>
                  <a:gd name="connsiteY1" fmla="*/ 532239 h 2172047"/>
                  <a:gd name="connsiteX2" fmla="*/ 921452 w 2362026"/>
                  <a:gd name="connsiteY2" fmla="*/ 99926 h 2172047"/>
                  <a:gd name="connsiteX3" fmla="*/ 1013537 w 2362026"/>
                  <a:gd name="connsiteY3" fmla="*/ 0 h 2172047"/>
                  <a:gd name="connsiteX4" fmla="*/ 2362026 w 2362026"/>
                  <a:gd name="connsiteY4" fmla="*/ 909012 h 2172047"/>
                  <a:gd name="connsiteX5" fmla="*/ 2275495 w 2362026"/>
                  <a:gd name="connsiteY5" fmla="*/ 1018453 h 2172047"/>
                  <a:gd name="connsiteX6" fmla="*/ 99387 w 2362026"/>
                  <a:gd name="connsiteY6" fmla="*/ 2167178 h 2172047"/>
                  <a:gd name="connsiteX7" fmla="*/ 1 w 2362026"/>
                  <a:gd name="connsiteY7" fmla="*/ 2172047 h 2172047"/>
                  <a:gd name="connsiteX8" fmla="*/ 0 w 2362026"/>
                  <a:gd name="connsiteY8" fmla="*/ 546432 h 2172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62026" h="2172047">
                    <a:moveTo>
                      <a:pt x="0" y="546432"/>
                    </a:moveTo>
                    <a:lnTo>
                      <a:pt x="97499" y="532239"/>
                    </a:lnTo>
                    <a:cubicBezTo>
                      <a:pt x="402715" y="472821"/>
                      <a:pt x="690931" y="326077"/>
                      <a:pt x="921452" y="99926"/>
                    </a:cubicBezTo>
                    <a:lnTo>
                      <a:pt x="1013537" y="0"/>
                    </a:lnTo>
                    <a:lnTo>
                      <a:pt x="2362026" y="909012"/>
                    </a:lnTo>
                    <a:lnTo>
                      <a:pt x="2275495" y="1018453"/>
                    </a:lnTo>
                    <a:cubicBezTo>
                      <a:pt x="1715069" y="1691514"/>
                      <a:pt x="925393" y="2086941"/>
                      <a:pt x="99387" y="2167178"/>
                    </a:cubicBezTo>
                    <a:lnTo>
                      <a:pt x="1" y="2172047"/>
                    </a:lnTo>
                    <a:lnTo>
                      <a:pt x="0" y="5464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40B293A9-9A0A-4EF3-8E73-D1B32FC2F776}"/>
                  </a:ext>
                </a:extLst>
              </p:cNvPr>
              <p:cNvSpPr/>
              <p:nvPr/>
            </p:nvSpPr>
            <p:spPr>
              <a:xfrm rot="3360974">
                <a:off x="3406201" y="4114240"/>
                <a:ext cx="1649938" cy="2261611"/>
              </a:xfrm>
              <a:custGeom>
                <a:avLst/>
                <a:gdLst>
                  <a:gd name="connsiteX0" fmla="*/ 153767 w 1799916"/>
                  <a:gd name="connsiteY0" fmla="*/ 487022 h 2417138"/>
                  <a:gd name="connsiteX1" fmla="*/ 1703237 w 1799916"/>
                  <a:gd name="connsiteY1" fmla="*/ 0 h 2417138"/>
                  <a:gd name="connsiteX2" fmla="*/ 1739884 w 1799916"/>
                  <a:gd name="connsiteY2" fmla="*/ 149765 h 2417138"/>
                  <a:gd name="connsiteX3" fmla="*/ 1417478 w 1799916"/>
                  <a:gd name="connsiteY3" fmla="*/ 2295873 h 2417138"/>
                  <a:gd name="connsiteX4" fmla="*/ 1348490 w 1799916"/>
                  <a:gd name="connsiteY4" fmla="*/ 2417138 h 2417138"/>
                  <a:gd name="connsiteX5" fmla="*/ 0 w 1799916"/>
                  <a:gd name="connsiteY5" fmla="*/ 1508126 h 2417138"/>
                  <a:gd name="connsiteX6" fmla="*/ 58085 w 1799916"/>
                  <a:gd name="connsiteY6" fmla="*/ 1385282 h 2417138"/>
                  <a:gd name="connsiteX7" fmla="*/ 172130 w 1799916"/>
                  <a:gd name="connsiteY7" fmla="*/ 613163 h 2417138"/>
                  <a:gd name="connsiteX8" fmla="*/ 153767 w 1799916"/>
                  <a:gd name="connsiteY8" fmla="*/ 487022 h 24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99916" h="2417138">
                    <a:moveTo>
                      <a:pt x="153767" y="487022"/>
                    </a:moveTo>
                    <a:lnTo>
                      <a:pt x="1703237" y="0"/>
                    </a:lnTo>
                    <a:lnTo>
                      <a:pt x="1739884" y="149765"/>
                    </a:lnTo>
                    <a:cubicBezTo>
                      <a:pt x="1878525" y="861936"/>
                      <a:pt x="1779443" y="1620385"/>
                      <a:pt x="1417478" y="2295873"/>
                    </a:cubicBezTo>
                    <a:lnTo>
                      <a:pt x="1348490" y="2417138"/>
                    </a:lnTo>
                    <a:lnTo>
                      <a:pt x="0" y="1508126"/>
                    </a:lnTo>
                    <a:lnTo>
                      <a:pt x="58085" y="1385282"/>
                    </a:lnTo>
                    <a:cubicBezTo>
                      <a:pt x="160717" y="1136512"/>
                      <a:pt x="197204" y="871290"/>
                      <a:pt x="172130" y="613163"/>
                    </a:cubicBezTo>
                    <a:lnTo>
                      <a:pt x="153767" y="48702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F076038B-7D51-4195-9CAF-63CA9E060EA4}"/>
                </a:ext>
              </a:extLst>
            </p:cNvPr>
            <p:cNvGrpSpPr/>
            <p:nvPr/>
          </p:nvGrpSpPr>
          <p:grpSpPr>
            <a:xfrm>
              <a:off x="-1976704" y="1661218"/>
              <a:ext cx="3866890" cy="3580884"/>
              <a:chOff x="-1976704" y="1661218"/>
              <a:chExt cx="3866890" cy="3580884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5DCFD82-58DA-4759-B82E-25B556306D40}"/>
                  </a:ext>
                </a:extLst>
              </p:cNvPr>
              <p:cNvSpPr txBox="1"/>
              <p:nvPr/>
            </p:nvSpPr>
            <p:spPr>
              <a:xfrm rot="20013891">
                <a:off x="-1312826" y="1661218"/>
                <a:ext cx="128748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CLOSING MESSAGE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3FF946-FD40-44D4-B196-FE6B10E069EC}"/>
                  </a:ext>
                </a:extLst>
              </p:cNvPr>
              <p:cNvSpPr txBox="1"/>
              <p:nvPr/>
            </p:nvSpPr>
            <p:spPr>
              <a:xfrm rot="5551728">
                <a:off x="681639" y="3143858"/>
                <a:ext cx="177076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FAVOURITE TOPIC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3C598F2-7658-4B58-9296-145B8841B826}"/>
                  </a:ext>
                </a:extLst>
              </p:cNvPr>
              <p:cNvSpPr txBox="1"/>
              <p:nvPr/>
            </p:nvSpPr>
            <p:spPr>
              <a:xfrm rot="9336264">
                <a:off x="-58130" y="4693492"/>
                <a:ext cx="15167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INSPIRATION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C25B62F-283B-4D08-BA10-9BF3CB9921B9}"/>
                  </a:ext>
                </a:extLst>
              </p:cNvPr>
              <p:cNvSpPr txBox="1"/>
              <p:nvPr/>
            </p:nvSpPr>
            <p:spPr>
              <a:xfrm rot="16200000">
                <a:off x="-2555087" y="2959460"/>
                <a:ext cx="180309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ACADEMIC  ACHIEVEMENTS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B5B2081-1B49-4EAA-9AD0-5501EED14CC8}"/>
                  </a:ext>
                </a:extLst>
              </p:cNvPr>
              <p:cNvSpPr txBox="1"/>
              <p:nvPr/>
            </p:nvSpPr>
            <p:spPr>
              <a:xfrm rot="1516821">
                <a:off x="184856" y="1910595"/>
                <a:ext cx="127348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INTEREST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20C5490-2C05-4BC9-B979-D9A0CCC06452}"/>
                  </a:ext>
                </a:extLst>
              </p:cNvPr>
              <p:cNvSpPr txBox="1"/>
              <p:nvPr/>
            </p:nvSpPr>
            <p:spPr>
              <a:xfrm rot="12751601">
                <a:off x="-1363597" y="4318772"/>
                <a:ext cx="1327727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STRENGTH &amp; WEAKNESS</a:t>
                </a:r>
                <a:endParaRPr lang="en-PK" b="1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09F16144-F840-4789-838E-400CC008E246}"/>
              </a:ext>
            </a:extLst>
          </p:cNvPr>
          <p:cNvSpPr txBox="1"/>
          <p:nvPr/>
        </p:nvSpPr>
        <p:spPr>
          <a:xfrm>
            <a:off x="2603077" y="534165"/>
            <a:ext cx="27432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FUNFACT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6CA49A8-F58E-411D-86A4-83B14322FF84}"/>
              </a:ext>
            </a:extLst>
          </p:cNvPr>
          <p:cNvSpPr txBox="1"/>
          <p:nvPr/>
        </p:nvSpPr>
        <p:spPr>
          <a:xfrm>
            <a:off x="2603077" y="920783"/>
            <a:ext cx="4974321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WHENEVER I FELL STRESSED I STARTED PLAYING GAMES WHICH 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GRADUALLY BRING ME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BACK TO NORMAL.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5F09B0-2120-485D-A0A3-5CFBB6FDD424}"/>
              </a:ext>
            </a:extLst>
          </p:cNvPr>
          <p:cNvSpPr txBox="1"/>
          <p:nvPr/>
        </p:nvSpPr>
        <p:spPr>
          <a:xfrm>
            <a:off x="2603077" y="3358352"/>
            <a:ext cx="411479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 MESSAGE</a:t>
            </a:r>
            <a:endParaRPr lang="en-PK" sz="23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A73C327-941F-4B56-B5EA-466637E760AD}"/>
              </a:ext>
            </a:extLst>
          </p:cNvPr>
          <p:cNvSpPr txBox="1"/>
          <p:nvPr/>
        </p:nvSpPr>
        <p:spPr>
          <a:xfrm>
            <a:off x="2637732" y="3765073"/>
            <a:ext cx="497433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CLOSING MESSAGE IS THE SAME I IPLEMENT IN MY LIFE IS “NEVER GIVE UP BECAUSE GREAT THINGS TAKES TIME”.</a:t>
            </a:r>
            <a:endParaRPr lang="en-PK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52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411</Words>
  <Application>Microsoft Office PowerPoint</Application>
  <PresentationFormat>Widescreen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ABOUT ME..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burhan ahmed</dc:creator>
  <cp:lastModifiedBy>burhan ahmed</cp:lastModifiedBy>
  <cp:revision>28</cp:revision>
  <dcterms:created xsi:type="dcterms:W3CDTF">2025-09-25T23:16:21Z</dcterms:created>
  <dcterms:modified xsi:type="dcterms:W3CDTF">2025-09-27T22:28:18Z</dcterms:modified>
</cp:coreProperties>
</file>